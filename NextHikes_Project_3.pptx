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332" r:id="rId7"/>
    <p:sldId id="322" r:id="rId8"/>
    <p:sldId id="323" r:id="rId9"/>
    <p:sldId id="333" r:id="rId10"/>
    <p:sldId id="324" r:id="rId11"/>
    <p:sldId id="325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598D"/>
    <a:srgbClr val="646C92"/>
    <a:srgbClr val="5A6B76"/>
    <a:srgbClr val="5A6E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1770DD-03B2-415D-9FC2-EBD8E5783A71}" v="8" dt="2026-02-06T06:45:55.234"/>
  </p1510:revLst>
</p1510:revInfo>
</file>

<file path=ppt/tableStyles.xml><?xml version="1.0" encoding="utf-8"?>
<a:tblStyleLst xmlns:a="http://schemas.openxmlformats.org/drawingml/2006/main" def="{0505E3EF-67EA-436B-97B2-0124C06EBD2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660" autoAdjust="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outlineViewPr>
    <p:cViewPr>
      <p:scale>
        <a:sx n="33" d="100"/>
        <a:sy n="33" d="100"/>
      </p:scale>
      <p:origin x="0" y="-4464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149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ran Bhatti" userId="9ceeec58-172e-44de-9380-012e9a6a8dcd" providerId="ADAL" clId="{C6E0462F-0633-45A9-B37C-C26553EF538E}"/>
    <pc:docChg chg="undo custSel addSld delSld modSld">
      <pc:chgData name="Simran Bhatti" userId="9ceeec58-172e-44de-9380-012e9a6a8dcd" providerId="ADAL" clId="{C6E0462F-0633-45A9-B37C-C26553EF538E}" dt="2026-02-06T06:54:19.554" v="6032" actId="20577"/>
      <pc:docMkLst>
        <pc:docMk/>
      </pc:docMkLst>
      <pc:sldChg chg="modSp mod">
        <pc:chgData name="Simran Bhatti" userId="9ceeec58-172e-44de-9380-012e9a6a8dcd" providerId="ADAL" clId="{C6E0462F-0633-45A9-B37C-C26553EF538E}" dt="2026-02-06T06:54:19.554" v="6032" actId="20577"/>
        <pc:sldMkLst>
          <pc:docMk/>
          <pc:sldMk cId="2259308896" sldId="256"/>
        </pc:sldMkLst>
        <pc:spChg chg="mod">
          <ac:chgData name="Simran Bhatti" userId="9ceeec58-172e-44de-9380-012e9a6a8dcd" providerId="ADAL" clId="{C6E0462F-0633-45A9-B37C-C26553EF538E}" dt="2026-02-06T06:54:19.554" v="6032" actId="20577"/>
          <ac:spMkLst>
            <pc:docMk/>
            <pc:sldMk cId="2259308896" sldId="256"/>
            <ac:spMk id="2" creationId="{51DF3D98-3C30-4CFC-8643-C81E829C8C25}"/>
          </ac:spMkLst>
        </pc:spChg>
      </pc:sldChg>
      <pc:sldChg chg="addSp delSp modSp mod">
        <pc:chgData name="Simran Bhatti" userId="9ceeec58-172e-44de-9380-012e9a6a8dcd" providerId="ADAL" clId="{C6E0462F-0633-45A9-B37C-C26553EF538E}" dt="2026-02-06T06:29:23.849" v="5156" actId="1076"/>
        <pc:sldMkLst>
          <pc:docMk/>
          <pc:sldMk cId="1325608595" sldId="257"/>
        </pc:sldMkLst>
        <pc:spChg chg="mod">
          <ac:chgData name="Simran Bhatti" userId="9ceeec58-172e-44de-9380-012e9a6a8dcd" providerId="ADAL" clId="{C6E0462F-0633-45A9-B37C-C26553EF538E}" dt="2026-02-06T05:41:20.012" v="4116" actId="26606"/>
          <ac:spMkLst>
            <pc:docMk/>
            <pc:sldMk cId="1325608595" sldId="257"/>
            <ac:spMk id="2" creationId="{912DF434-28DB-4621-A497-D62C41CE0419}"/>
          </ac:spMkLst>
        </pc:spChg>
        <pc:spChg chg="mod">
          <ac:chgData name="Simran Bhatti" userId="9ceeec58-172e-44de-9380-012e9a6a8dcd" providerId="ADAL" clId="{C6E0462F-0633-45A9-B37C-C26553EF538E}" dt="2026-02-06T06:13:45.653" v="4701" actId="404"/>
          <ac:spMkLst>
            <pc:docMk/>
            <pc:sldMk cId="1325608595" sldId="257"/>
            <ac:spMk id="3" creationId="{22788C46-D0BC-4307-AE55-7601A139E7CB}"/>
          </ac:spMkLst>
        </pc:spChg>
        <pc:spChg chg="add del mod">
          <ac:chgData name="Simran Bhatti" userId="9ceeec58-172e-44de-9380-012e9a6a8dcd" providerId="ADAL" clId="{C6E0462F-0633-45A9-B37C-C26553EF538E}" dt="2026-02-06T05:39:34.137" v="4104" actId="478"/>
          <ac:spMkLst>
            <pc:docMk/>
            <pc:sldMk cId="1325608595" sldId="257"/>
            <ac:spMk id="5" creationId="{FDCB82FD-338F-B525-37EE-E37384A9D661}"/>
          </ac:spMkLst>
        </pc:spChg>
        <pc:spChg chg="add del mod">
          <ac:chgData name="Simran Bhatti" userId="9ceeec58-172e-44de-9380-012e9a6a8dcd" providerId="ADAL" clId="{C6E0462F-0633-45A9-B37C-C26553EF538E}" dt="2026-02-06T05:45:04.827" v="4118" actId="22"/>
          <ac:spMkLst>
            <pc:docMk/>
            <pc:sldMk cId="1325608595" sldId="257"/>
            <ac:spMk id="7" creationId="{97A22FCA-7D2A-D608-B499-3FECD85318DE}"/>
          </ac:spMkLst>
        </pc:spChg>
        <pc:spChg chg="add del">
          <ac:chgData name="Simran Bhatti" userId="9ceeec58-172e-44de-9380-012e9a6a8dcd" providerId="ADAL" clId="{C6E0462F-0633-45A9-B37C-C26553EF538E}" dt="2026-02-06T05:41:20.012" v="4116" actId="26606"/>
          <ac:spMkLst>
            <pc:docMk/>
            <pc:sldMk cId="1325608595" sldId="257"/>
            <ac:spMk id="18" creationId="{EEE96A74-B62B-4642-AB22-7776A5F48CE7}"/>
          </ac:spMkLst>
        </pc:spChg>
        <pc:spChg chg="add del mod">
          <ac:chgData name="Simran Bhatti" userId="9ceeec58-172e-44de-9380-012e9a6a8dcd" providerId="ADAL" clId="{C6E0462F-0633-45A9-B37C-C26553EF538E}" dt="2026-02-06T05:48:55.713" v="4131" actId="22"/>
          <ac:spMkLst>
            <pc:docMk/>
            <pc:sldMk cId="1325608595" sldId="257"/>
            <ac:spMk id="19" creationId="{49B00910-8C62-58DE-21FF-7105319E187F}"/>
          </ac:spMkLst>
        </pc:spChg>
        <pc:spChg chg="del">
          <ac:chgData name="Simran Bhatti" userId="9ceeec58-172e-44de-9380-012e9a6a8dcd" providerId="ADAL" clId="{C6E0462F-0633-45A9-B37C-C26553EF538E}" dt="2026-02-06T05:39:00.025" v="4100" actId="478"/>
          <ac:spMkLst>
            <pc:docMk/>
            <pc:sldMk cId="1325608595" sldId="257"/>
            <ac:spMk id="24" creationId="{10DFCA14-7517-8AE6-16B0-ECCD49B3E39E}"/>
          </ac:spMkLst>
        </pc:spChg>
        <pc:spChg chg="del">
          <ac:chgData name="Simran Bhatti" userId="9ceeec58-172e-44de-9380-012e9a6a8dcd" providerId="ADAL" clId="{C6E0462F-0633-45A9-B37C-C26553EF538E}" dt="2026-02-06T05:39:43.437" v="4106" actId="478"/>
          <ac:spMkLst>
            <pc:docMk/>
            <pc:sldMk cId="1325608595" sldId="257"/>
            <ac:spMk id="25" creationId="{768CF5F2-A1D3-215F-9E27-B3625B6F7600}"/>
          </ac:spMkLst>
        </pc:spChg>
        <pc:spChg chg="add del mod">
          <ac:chgData name="Simran Bhatti" userId="9ceeec58-172e-44de-9380-012e9a6a8dcd" providerId="ADAL" clId="{C6E0462F-0633-45A9-B37C-C26553EF538E}" dt="2026-02-06T05:52:38.864" v="4206" actId="478"/>
          <ac:spMkLst>
            <pc:docMk/>
            <pc:sldMk cId="1325608595" sldId="257"/>
            <ac:spMk id="33" creationId="{26FF6DB3-012E-E3E3-F6D2-94571A30ECAF}"/>
          </ac:spMkLst>
        </pc:spChg>
        <pc:picChg chg="add del mod ord">
          <ac:chgData name="Simran Bhatti" userId="9ceeec58-172e-44de-9380-012e9a6a8dcd" providerId="ADAL" clId="{C6E0462F-0633-45A9-B37C-C26553EF538E}" dt="2026-02-06T05:40:17.567" v="4109" actId="22"/>
          <ac:picMkLst>
            <pc:docMk/>
            <pc:sldMk cId="1325608595" sldId="257"/>
            <ac:picMk id="9" creationId="{7FC3FEF3-5F60-22B7-471C-4950A131D7CC}"/>
          </ac:picMkLst>
        </pc:picChg>
        <pc:picChg chg="add del mod ord">
          <ac:chgData name="Simran Bhatti" userId="9ceeec58-172e-44de-9380-012e9a6a8dcd" providerId="ADAL" clId="{C6E0462F-0633-45A9-B37C-C26553EF538E}" dt="2026-02-06T05:40:51.317" v="4113" actId="22"/>
          <ac:picMkLst>
            <pc:docMk/>
            <pc:sldMk cId="1325608595" sldId="257"/>
            <ac:picMk id="11" creationId="{3DB35AC9-904E-D1A3-9E49-EFDB8427DEA5}"/>
          </ac:picMkLst>
        </pc:picChg>
        <pc:picChg chg="add del mod ord">
          <ac:chgData name="Simran Bhatti" userId="9ceeec58-172e-44de-9380-012e9a6a8dcd" providerId="ADAL" clId="{C6E0462F-0633-45A9-B37C-C26553EF538E}" dt="2026-02-06T05:43:33.147" v="4117" actId="22"/>
          <ac:picMkLst>
            <pc:docMk/>
            <pc:sldMk cId="1325608595" sldId="257"/>
            <ac:picMk id="13" creationId="{B40A5A27-1BE2-8E13-191E-BAB3B7647454}"/>
          </ac:picMkLst>
        </pc:picChg>
        <pc:picChg chg="add del mod ord">
          <ac:chgData name="Simran Bhatti" userId="9ceeec58-172e-44de-9380-012e9a6a8dcd" providerId="ADAL" clId="{C6E0462F-0633-45A9-B37C-C26553EF538E}" dt="2026-02-06T05:45:38.629" v="4121" actId="478"/>
          <ac:picMkLst>
            <pc:docMk/>
            <pc:sldMk cId="1325608595" sldId="257"/>
            <ac:picMk id="15" creationId="{F6C2D874-ABBD-556A-8099-0363C5485E51}"/>
          </ac:picMkLst>
        </pc:picChg>
        <pc:picChg chg="del">
          <ac:chgData name="Simran Bhatti" userId="9ceeec58-172e-44de-9380-012e9a6a8dcd" providerId="ADAL" clId="{C6E0462F-0633-45A9-B37C-C26553EF538E}" dt="2026-02-06T05:39:39.557" v="4105" actId="478"/>
          <ac:picMkLst>
            <pc:docMk/>
            <pc:sldMk cId="1325608595" sldId="257"/>
            <ac:picMk id="17" creationId="{6C91211E-9545-E76B-9A32-95B6F57D47B3}"/>
          </ac:picMkLst>
        </pc:picChg>
        <pc:picChg chg="add del">
          <ac:chgData name="Simran Bhatti" userId="9ceeec58-172e-44de-9380-012e9a6a8dcd" providerId="ADAL" clId="{C6E0462F-0633-45A9-B37C-C26553EF538E}" dt="2026-02-06T05:39:49.737" v="4107" actId="478"/>
          <ac:picMkLst>
            <pc:docMk/>
            <pc:sldMk cId="1325608595" sldId="257"/>
            <ac:picMk id="22" creationId="{EC0ADD40-A0EF-CC4B-0BE1-43D8320E9D72}"/>
          </ac:picMkLst>
        </pc:picChg>
        <pc:picChg chg="add mod">
          <ac:chgData name="Simran Bhatti" userId="9ceeec58-172e-44de-9380-012e9a6a8dcd" providerId="ADAL" clId="{C6E0462F-0633-45A9-B37C-C26553EF538E}" dt="2026-02-06T06:29:21.571" v="5155" actId="1076"/>
          <ac:picMkLst>
            <pc:docMk/>
            <pc:sldMk cId="1325608595" sldId="257"/>
            <ac:picMk id="23" creationId="{C04279C2-020B-8420-194F-D8222E73902B}"/>
          </ac:picMkLst>
        </pc:picChg>
        <pc:picChg chg="add del mod ord">
          <ac:chgData name="Simran Bhatti" userId="9ceeec58-172e-44de-9380-012e9a6a8dcd" providerId="ADAL" clId="{C6E0462F-0633-45A9-B37C-C26553EF538E}" dt="2026-02-06T05:46:55.937" v="4126" actId="22"/>
          <ac:picMkLst>
            <pc:docMk/>
            <pc:sldMk cId="1325608595" sldId="257"/>
            <ac:picMk id="27" creationId="{9E7FAEDA-0404-EE4B-1ACB-5A264334329F}"/>
          </ac:picMkLst>
        </pc:picChg>
        <pc:picChg chg="add del mod ord">
          <ac:chgData name="Simran Bhatti" userId="9ceeec58-172e-44de-9380-012e9a6a8dcd" providerId="ADAL" clId="{C6E0462F-0633-45A9-B37C-C26553EF538E}" dt="2026-02-06T05:48:15.187" v="4128" actId="22"/>
          <ac:picMkLst>
            <pc:docMk/>
            <pc:sldMk cId="1325608595" sldId="257"/>
            <ac:picMk id="29" creationId="{0E03E285-A4D9-2C0B-7A4C-F4B88FE853F6}"/>
          </ac:picMkLst>
        </pc:picChg>
        <pc:picChg chg="add del mod ord">
          <ac:chgData name="Simran Bhatti" userId="9ceeec58-172e-44de-9380-012e9a6a8dcd" providerId="ADAL" clId="{C6E0462F-0633-45A9-B37C-C26553EF538E}" dt="2026-02-06T05:49:24.523" v="4159" actId="478"/>
          <ac:picMkLst>
            <pc:docMk/>
            <pc:sldMk cId="1325608595" sldId="257"/>
            <ac:picMk id="31" creationId="{246CBA95-0BA5-2C9A-4F46-36558667B80F}"/>
          </ac:picMkLst>
        </pc:picChg>
        <pc:picChg chg="add del mod ord">
          <ac:chgData name="Simran Bhatti" userId="9ceeec58-172e-44de-9380-012e9a6a8dcd" providerId="ADAL" clId="{C6E0462F-0633-45A9-B37C-C26553EF538E}" dt="2026-02-06T05:49:38.016" v="4161" actId="22"/>
          <ac:picMkLst>
            <pc:docMk/>
            <pc:sldMk cId="1325608595" sldId="257"/>
            <ac:picMk id="35" creationId="{282ED453-447F-55C6-FB80-91F4846947A4}"/>
          </ac:picMkLst>
        </pc:picChg>
        <pc:picChg chg="add del mod">
          <ac:chgData name="Simran Bhatti" userId="9ceeec58-172e-44de-9380-012e9a6a8dcd" providerId="ADAL" clId="{C6E0462F-0633-45A9-B37C-C26553EF538E}" dt="2026-02-06T05:53:07.722" v="4211" actId="478"/>
          <ac:picMkLst>
            <pc:docMk/>
            <pc:sldMk cId="1325608595" sldId="257"/>
            <ac:picMk id="37" creationId="{0058FB91-2B35-D8DF-BBEF-6B31B036A593}"/>
          </ac:picMkLst>
        </pc:picChg>
        <pc:picChg chg="add del mod">
          <ac:chgData name="Simran Bhatti" userId="9ceeec58-172e-44de-9380-012e9a6a8dcd" providerId="ADAL" clId="{C6E0462F-0633-45A9-B37C-C26553EF538E}" dt="2026-02-06T05:52:35.191" v="4199" actId="22"/>
          <ac:picMkLst>
            <pc:docMk/>
            <pc:sldMk cId="1325608595" sldId="257"/>
            <ac:picMk id="39" creationId="{D6F5B8FD-C1EC-70B6-AF3A-54A21132BF73}"/>
          </ac:picMkLst>
        </pc:picChg>
        <pc:picChg chg="add mod">
          <ac:chgData name="Simran Bhatti" userId="9ceeec58-172e-44de-9380-012e9a6a8dcd" providerId="ADAL" clId="{C6E0462F-0633-45A9-B37C-C26553EF538E}" dt="2026-02-06T06:29:23.849" v="5156" actId="1076"/>
          <ac:picMkLst>
            <pc:docMk/>
            <pc:sldMk cId="1325608595" sldId="257"/>
            <ac:picMk id="41" creationId="{E9B6DC78-4BEF-3CAC-8ACD-2AE5E7FE0D17}"/>
          </ac:picMkLst>
        </pc:picChg>
        <pc:cxnChg chg="add del">
          <ac:chgData name="Simran Bhatti" userId="9ceeec58-172e-44de-9380-012e9a6a8dcd" providerId="ADAL" clId="{C6E0462F-0633-45A9-B37C-C26553EF538E}" dt="2026-02-06T05:41:20.012" v="4116" actId="26606"/>
          <ac:cxnSpMkLst>
            <pc:docMk/>
            <pc:sldMk cId="1325608595" sldId="257"/>
            <ac:cxnSpMk id="20" creationId="{3A513CAD-9784-4D35-BAF9-1F7DDD697BDB}"/>
          </ac:cxnSpMkLst>
        </pc:cxnChg>
      </pc:sldChg>
      <pc:sldChg chg="addSp delSp modSp mod">
        <pc:chgData name="Simran Bhatti" userId="9ceeec58-172e-44de-9380-012e9a6a8dcd" providerId="ADAL" clId="{C6E0462F-0633-45A9-B37C-C26553EF538E}" dt="2026-02-06T06:29:39.281" v="5161" actId="1076"/>
        <pc:sldMkLst>
          <pc:docMk/>
          <pc:sldMk cId="3865801516" sldId="322"/>
        </pc:sldMkLst>
        <pc:spChg chg="mod">
          <ac:chgData name="Simran Bhatti" userId="9ceeec58-172e-44de-9380-012e9a6a8dcd" providerId="ADAL" clId="{C6E0462F-0633-45A9-B37C-C26553EF538E}" dt="2026-02-06T06:14:56.496" v="4769" actId="20577"/>
          <ac:spMkLst>
            <pc:docMk/>
            <pc:sldMk cId="3865801516" sldId="322"/>
            <ac:spMk id="2" creationId="{F4771868-2552-D001-038B-8315D3C1C4A3}"/>
          </ac:spMkLst>
        </pc:spChg>
        <pc:spChg chg="mod">
          <ac:chgData name="Simran Bhatti" userId="9ceeec58-172e-44de-9380-012e9a6a8dcd" providerId="ADAL" clId="{C6E0462F-0633-45A9-B37C-C26553EF538E}" dt="2026-02-06T06:23:38.619" v="4933" actId="313"/>
          <ac:spMkLst>
            <pc:docMk/>
            <pc:sldMk cId="3865801516" sldId="322"/>
            <ac:spMk id="3" creationId="{464E6DB3-5A0F-A4E8-0D14-D7285A6BA629}"/>
          </ac:spMkLst>
        </pc:spChg>
        <pc:spChg chg="del">
          <ac:chgData name="Simran Bhatti" userId="9ceeec58-172e-44de-9380-012e9a6a8dcd" providerId="ADAL" clId="{C6E0462F-0633-45A9-B37C-C26553EF538E}" dt="2026-02-06T06:16:55.758" v="4906" actId="478"/>
          <ac:spMkLst>
            <pc:docMk/>
            <pc:sldMk cId="3865801516" sldId="322"/>
            <ac:spMk id="38" creationId="{3B8E785B-F67E-B2CE-648E-8313E99EACD4}"/>
          </ac:spMkLst>
        </pc:spChg>
        <pc:spChg chg="del">
          <ac:chgData name="Simran Bhatti" userId="9ceeec58-172e-44de-9380-012e9a6a8dcd" providerId="ADAL" clId="{C6E0462F-0633-45A9-B37C-C26553EF538E}" dt="2026-02-06T06:16:52.801" v="4905" actId="478"/>
          <ac:spMkLst>
            <pc:docMk/>
            <pc:sldMk cId="3865801516" sldId="322"/>
            <ac:spMk id="39" creationId="{5DB14050-25C4-C24D-D6F4-2F3FE2A8D28D}"/>
          </ac:spMkLst>
        </pc:spChg>
        <pc:spChg chg="del mod">
          <ac:chgData name="Simran Bhatti" userId="9ceeec58-172e-44de-9380-012e9a6a8dcd" providerId="ADAL" clId="{C6E0462F-0633-45A9-B37C-C26553EF538E}" dt="2026-02-06T06:16:48.619" v="4904" actId="478"/>
          <ac:spMkLst>
            <pc:docMk/>
            <pc:sldMk cId="3865801516" sldId="322"/>
            <ac:spMk id="40" creationId="{8FF6A2A8-C73A-51F7-5A54-CA3B45A8AD24}"/>
          </ac:spMkLst>
        </pc:spChg>
        <pc:picChg chg="add del mod">
          <ac:chgData name="Simran Bhatti" userId="9ceeec58-172e-44de-9380-012e9a6a8dcd" providerId="ADAL" clId="{C6E0462F-0633-45A9-B37C-C26553EF538E}" dt="2026-02-06T06:20:39.782" v="4917" actId="478"/>
          <ac:picMkLst>
            <pc:docMk/>
            <pc:sldMk cId="3865801516" sldId="322"/>
            <ac:picMk id="5" creationId="{EA83F1E1-48EA-3E98-CFBA-C90F187DA892}"/>
          </ac:picMkLst>
        </pc:picChg>
        <pc:picChg chg="add del mod">
          <ac:chgData name="Simran Bhatti" userId="9ceeec58-172e-44de-9380-012e9a6a8dcd" providerId="ADAL" clId="{C6E0462F-0633-45A9-B37C-C26553EF538E}" dt="2026-02-06T06:20:41.347" v="4918" actId="478"/>
          <ac:picMkLst>
            <pc:docMk/>
            <pc:sldMk cId="3865801516" sldId="322"/>
            <ac:picMk id="7" creationId="{7D66DCC6-20A1-5C64-E9DE-A36297FC372F}"/>
          </ac:picMkLst>
        </pc:picChg>
        <pc:picChg chg="add mod">
          <ac:chgData name="Simran Bhatti" userId="9ceeec58-172e-44de-9380-012e9a6a8dcd" providerId="ADAL" clId="{C6E0462F-0633-45A9-B37C-C26553EF538E}" dt="2026-02-06T06:29:39.281" v="5161" actId="1076"/>
          <ac:picMkLst>
            <pc:docMk/>
            <pc:sldMk cId="3865801516" sldId="322"/>
            <ac:picMk id="9" creationId="{62004AA3-EEFF-8962-CF62-2DB00683CEC5}"/>
          </ac:picMkLst>
        </pc:picChg>
        <pc:picChg chg="del">
          <ac:chgData name="Simran Bhatti" userId="9ceeec58-172e-44de-9380-012e9a6a8dcd" providerId="ADAL" clId="{C6E0462F-0633-45A9-B37C-C26553EF538E}" dt="2026-02-06T06:16:42.326" v="4902" actId="478"/>
          <ac:picMkLst>
            <pc:docMk/>
            <pc:sldMk cId="3865801516" sldId="322"/>
            <ac:picMk id="33" creationId="{99F663B5-BBE4-A63C-6BCE-C9ECFF79F7AD}"/>
          </ac:picMkLst>
        </pc:picChg>
        <pc:picChg chg="del">
          <ac:chgData name="Simran Bhatti" userId="9ceeec58-172e-44de-9380-012e9a6a8dcd" providerId="ADAL" clId="{C6E0462F-0633-45A9-B37C-C26553EF538E}" dt="2026-02-06T06:16:39.176" v="4900" actId="478"/>
          <ac:picMkLst>
            <pc:docMk/>
            <pc:sldMk cId="3865801516" sldId="322"/>
            <ac:picMk id="35" creationId="{DCD6ADA6-208C-654C-9CC8-EE362E89838A}"/>
          </ac:picMkLst>
        </pc:picChg>
        <pc:picChg chg="del">
          <ac:chgData name="Simran Bhatti" userId="9ceeec58-172e-44de-9380-012e9a6a8dcd" providerId="ADAL" clId="{C6E0462F-0633-45A9-B37C-C26553EF538E}" dt="2026-02-06T06:16:40.784" v="4901" actId="478"/>
          <ac:picMkLst>
            <pc:docMk/>
            <pc:sldMk cId="3865801516" sldId="322"/>
            <ac:picMk id="37" creationId="{C8C7CA72-C4EC-384B-B6EB-851B4EA1A543}"/>
          </ac:picMkLst>
        </pc:picChg>
      </pc:sldChg>
      <pc:sldChg chg="addSp delSp modSp mod">
        <pc:chgData name="Simran Bhatti" userId="9ceeec58-172e-44de-9380-012e9a6a8dcd" providerId="ADAL" clId="{C6E0462F-0633-45A9-B37C-C26553EF538E}" dt="2026-02-06T06:29:54.600" v="5165" actId="14100"/>
        <pc:sldMkLst>
          <pc:docMk/>
          <pc:sldMk cId="3796313908" sldId="323"/>
        </pc:sldMkLst>
        <pc:spChg chg="mod">
          <ac:chgData name="Simran Bhatti" userId="9ceeec58-172e-44de-9380-012e9a6a8dcd" providerId="ADAL" clId="{C6E0462F-0633-45A9-B37C-C26553EF538E}" dt="2026-02-06T06:24:12.919" v="4956" actId="20577"/>
          <ac:spMkLst>
            <pc:docMk/>
            <pc:sldMk cId="3796313908" sldId="323"/>
            <ac:spMk id="2" creationId="{0692EDD1-F994-12F8-42C9-AEB85EC77C03}"/>
          </ac:spMkLst>
        </pc:spChg>
        <pc:spChg chg="mod">
          <ac:chgData name="Simran Bhatti" userId="9ceeec58-172e-44de-9380-012e9a6a8dcd" providerId="ADAL" clId="{C6E0462F-0633-45A9-B37C-C26553EF538E}" dt="2026-02-06T06:25:46.722" v="5127" actId="20577"/>
          <ac:spMkLst>
            <pc:docMk/>
            <pc:sldMk cId="3796313908" sldId="323"/>
            <ac:spMk id="3" creationId="{3BFD6442-54F5-1A2D-41F4-63DC694AEEDB}"/>
          </ac:spMkLst>
        </pc:spChg>
        <pc:spChg chg="del">
          <ac:chgData name="Simran Bhatti" userId="9ceeec58-172e-44de-9380-012e9a6a8dcd" providerId="ADAL" clId="{C6E0462F-0633-45A9-B37C-C26553EF538E}" dt="2026-02-06T06:26:46.889" v="5129" actId="478"/>
          <ac:spMkLst>
            <pc:docMk/>
            <pc:sldMk cId="3796313908" sldId="323"/>
            <ac:spMk id="10" creationId="{11216461-5FB3-95D1-0058-0416CDFFA80F}"/>
          </ac:spMkLst>
        </pc:spChg>
        <pc:spChg chg="del">
          <ac:chgData name="Simran Bhatti" userId="9ceeec58-172e-44de-9380-012e9a6a8dcd" providerId="ADAL" clId="{C6E0462F-0633-45A9-B37C-C26553EF538E}" dt="2026-02-06T06:26:51.373" v="5130" actId="478"/>
          <ac:spMkLst>
            <pc:docMk/>
            <pc:sldMk cId="3796313908" sldId="323"/>
            <ac:spMk id="11" creationId="{2D6C794F-7AC8-7298-F4E2-B77CD68FD58E}"/>
          </ac:spMkLst>
        </pc:spChg>
        <pc:picChg chg="add mod">
          <ac:chgData name="Simran Bhatti" userId="9ceeec58-172e-44de-9380-012e9a6a8dcd" providerId="ADAL" clId="{C6E0462F-0633-45A9-B37C-C26553EF538E}" dt="2026-02-06T06:29:46.158" v="5162" actId="1076"/>
          <ac:picMkLst>
            <pc:docMk/>
            <pc:sldMk cId="3796313908" sldId="323"/>
            <ac:picMk id="5" creationId="{0428E45F-4BDC-37AE-05DA-42619879793D}"/>
          </ac:picMkLst>
        </pc:picChg>
        <pc:picChg chg="del">
          <ac:chgData name="Simran Bhatti" userId="9ceeec58-172e-44de-9380-012e9a6a8dcd" providerId="ADAL" clId="{C6E0462F-0633-45A9-B37C-C26553EF538E}" dt="2026-02-06T06:26:42.596" v="5128" actId="478"/>
          <ac:picMkLst>
            <pc:docMk/>
            <pc:sldMk cId="3796313908" sldId="323"/>
            <ac:picMk id="7" creationId="{6B81401B-ED2B-A8F2-2186-33AA14BD1202}"/>
          </ac:picMkLst>
        </pc:picChg>
        <pc:picChg chg="add mod">
          <ac:chgData name="Simran Bhatti" userId="9ceeec58-172e-44de-9380-012e9a6a8dcd" providerId="ADAL" clId="{C6E0462F-0633-45A9-B37C-C26553EF538E}" dt="2026-02-06T06:29:48.345" v="5163" actId="1076"/>
          <ac:picMkLst>
            <pc:docMk/>
            <pc:sldMk cId="3796313908" sldId="323"/>
            <ac:picMk id="8" creationId="{4E05604D-A0B0-E06D-ABE9-7AAB546105E4}"/>
          </ac:picMkLst>
        </pc:picChg>
        <pc:picChg chg="del">
          <ac:chgData name="Simran Bhatti" userId="9ceeec58-172e-44de-9380-012e9a6a8dcd" providerId="ADAL" clId="{C6E0462F-0633-45A9-B37C-C26553EF538E}" dt="2026-02-06T06:26:53.118" v="5131" actId="478"/>
          <ac:picMkLst>
            <pc:docMk/>
            <pc:sldMk cId="3796313908" sldId="323"/>
            <ac:picMk id="9" creationId="{C43AA164-0C4E-DEAF-6ACD-31F8D3E541C9}"/>
          </ac:picMkLst>
        </pc:picChg>
        <pc:picChg chg="add mod">
          <ac:chgData name="Simran Bhatti" userId="9ceeec58-172e-44de-9380-012e9a6a8dcd" providerId="ADAL" clId="{C6E0462F-0633-45A9-B37C-C26553EF538E}" dt="2026-02-06T06:29:54.600" v="5165" actId="14100"/>
          <ac:picMkLst>
            <pc:docMk/>
            <pc:sldMk cId="3796313908" sldId="323"/>
            <ac:picMk id="13" creationId="{B93B3E83-2F31-26E1-0960-53AAC4FACD3B}"/>
          </ac:picMkLst>
        </pc:picChg>
      </pc:sldChg>
      <pc:sldChg chg="addSp delSp modSp mod">
        <pc:chgData name="Simran Bhatti" userId="9ceeec58-172e-44de-9380-012e9a6a8dcd" providerId="ADAL" clId="{C6E0462F-0633-45A9-B37C-C26553EF538E}" dt="2026-02-06T06:44:02.955" v="5767" actId="20577"/>
        <pc:sldMkLst>
          <pc:docMk/>
          <pc:sldMk cId="48073169" sldId="324"/>
        </pc:sldMkLst>
        <pc:spChg chg="mod">
          <ac:chgData name="Simran Bhatti" userId="9ceeec58-172e-44de-9380-012e9a6a8dcd" providerId="ADAL" clId="{C6E0462F-0633-45A9-B37C-C26553EF538E}" dt="2026-02-06T06:43:10.073" v="5762" actId="27636"/>
          <ac:spMkLst>
            <pc:docMk/>
            <pc:sldMk cId="48073169" sldId="324"/>
            <ac:spMk id="2" creationId="{615B29D3-ABE3-0CFC-218D-90BEDC41392D}"/>
          </ac:spMkLst>
        </pc:spChg>
        <pc:spChg chg="mod">
          <ac:chgData name="Simran Bhatti" userId="9ceeec58-172e-44de-9380-012e9a6a8dcd" providerId="ADAL" clId="{C6E0462F-0633-45A9-B37C-C26553EF538E}" dt="2026-02-06T06:44:02.955" v="5767" actId="20577"/>
          <ac:spMkLst>
            <pc:docMk/>
            <pc:sldMk cId="48073169" sldId="324"/>
            <ac:spMk id="3" creationId="{BA577EC0-8D17-D8D7-F49E-722AA0718205}"/>
          </ac:spMkLst>
        </pc:spChg>
        <pc:spChg chg="del mod">
          <ac:chgData name="Simran Bhatti" userId="9ceeec58-172e-44de-9380-012e9a6a8dcd" providerId="ADAL" clId="{C6E0462F-0633-45A9-B37C-C26553EF538E}" dt="2026-02-06T06:35:39.534" v="5438" actId="478"/>
          <ac:spMkLst>
            <pc:docMk/>
            <pc:sldMk cId="48073169" sldId="324"/>
            <ac:spMk id="10" creationId="{ADB61B72-CA11-0AA5-0ACC-1D561F49FE7D}"/>
          </ac:spMkLst>
        </pc:spChg>
        <pc:picChg chg="add del mod">
          <ac:chgData name="Simran Bhatti" userId="9ceeec58-172e-44de-9380-012e9a6a8dcd" providerId="ADAL" clId="{C6E0462F-0633-45A9-B37C-C26553EF538E}" dt="2026-02-06T06:36:50.503" v="5443" actId="478"/>
          <ac:picMkLst>
            <pc:docMk/>
            <pc:sldMk cId="48073169" sldId="324"/>
            <ac:picMk id="5" creationId="{79CC68F1-CC1C-D89A-4FE0-DEC444C4A8DB}"/>
          </ac:picMkLst>
        </pc:picChg>
        <pc:picChg chg="add del mod">
          <ac:chgData name="Simran Bhatti" userId="9ceeec58-172e-44de-9380-012e9a6a8dcd" providerId="ADAL" clId="{C6E0462F-0633-45A9-B37C-C26553EF538E}" dt="2026-02-06T06:37:38.459" v="5447" actId="478"/>
          <ac:picMkLst>
            <pc:docMk/>
            <pc:sldMk cId="48073169" sldId="324"/>
            <ac:picMk id="7" creationId="{46B398E7-C52D-14B9-7084-8DD99165B11B}"/>
          </ac:picMkLst>
        </pc:picChg>
        <pc:picChg chg="del">
          <ac:chgData name="Simran Bhatti" userId="9ceeec58-172e-44de-9380-012e9a6a8dcd" providerId="ADAL" clId="{C6E0462F-0633-45A9-B37C-C26553EF538E}" dt="2026-02-06T06:35:41.077" v="5439" actId="478"/>
          <ac:picMkLst>
            <pc:docMk/>
            <pc:sldMk cId="48073169" sldId="324"/>
            <ac:picMk id="9" creationId="{15696BE5-F4EB-C6FC-0CDA-A997F3B2CD3F}"/>
          </ac:picMkLst>
        </pc:picChg>
        <pc:picChg chg="add mod">
          <ac:chgData name="Simran Bhatti" userId="9ceeec58-172e-44de-9380-012e9a6a8dcd" providerId="ADAL" clId="{C6E0462F-0633-45A9-B37C-C26553EF538E}" dt="2026-02-06T06:37:44.178" v="5448" actId="1076"/>
          <ac:picMkLst>
            <pc:docMk/>
            <pc:sldMk cId="48073169" sldId="324"/>
            <ac:picMk id="11" creationId="{967F02B3-77BD-D5F3-802A-C3EDCA5FDF51}"/>
          </ac:picMkLst>
        </pc:picChg>
        <pc:picChg chg="add del mod">
          <ac:chgData name="Simran Bhatti" userId="9ceeec58-172e-44de-9380-012e9a6a8dcd" providerId="ADAL" clId="{C6E0462F-0633-45A9-B37C-C26553EF538E}" dt="2026-02-06T06:41:08.963" v="5755" actId="478"/>
          <ac:picMkLst>
            <pc:docMk/>
            <pc:sldMk cId="48073169" sldId="324"/>
            <ac:picMk id="13" creationId="{DAA2C461-6907-AECE-2E02-C60CAED1F403}"/>
          </ac:picMkLst>
        </pc:picChg>
      </pc:sldChg>
      <pc:sldChg chg="addSp delSp modSp mod">
        <pc:chgData name="Simran Bhatti" userId="9ceeec58-172e-44de-9380-012e9a6a8dcd" providerId="ADAL" clId="{C6E0462F-0633-45A9-B37C-C26553EF538E}" dt="2026-02-06T06:49:45.113" v="5844" actId="20577"/>
        <pc:sldMkLst>
          <pc:docMk/>
          <pc:sldMk cId="3453629106" sldId="325"/>
        </pc:sldMkLst>
        <pc:spChg chg="mod">
          <ac:chgData name="Simran Bhatti" userId="9ceeec58-172e-44de-9380-012e9a6a8dcd" providerId="ADAL" clId="{C6E0462F-0633-45A9-B37C-C26553EF538E}" dt="2026-02-06T06:44:44.542" v="5797" actId="20577"/>
          <ac:spMkLst>
            <pc:docMk/>
            <pc:sldMk cId="3453629106" sldId="325"/>
            <ac:spMk id="2" creationId="{49BBA5E3-9F0B-419C-08A8-9FBC4E30DDB8}"/>
          </ac:spMkLst>
        </pc:spChg>
        <pc:spChg chg="mod">
          <ac:chgData name="Simran Bhatti" userId="9ceeec58-172e-44de-9380-012e9a6a8dcd" providerId="ADAL" clId="{C6E0462F-0633-45A9-B37C-C26553EF538E}" dt="2026-02-06T06:49:45.113" v="5844" actId="20577"/>
          <ac:spMkLst>
            <pc:docMk/>
            <pc:sldMk cId="3453629106" sldId="325"/>
            <ac:spMk id="3" creationId="{A856A38F-E214-B2BC-6922-E58D458924B4}"/>
          </ac:spMkLst>
        </pc:spChg>
        <pc:spChg chg="del">
          <ac:chgData name="Simran Bhatti" userId="9ceeec58-172e-44de-9380-012e9a6a8dcd" providerId="ADAL" clId="{C6E0462F-0633-45A9-B37C-C26553EF538E}" dt="2026-02-06T06:46:01.720" v="5802" actId="478"/>
          <ac:spMkLst>
            <pc:docMk/>
            <pc:sldMk cId="3453629106" sldId="325"/>
            <ac:spMk id="10" creationId="{C4CE959C-356F-BFE2-93C8-D1C5D1BAE283}"/>
          </ac:spMkLst>
        </pc:spChg>
        <pc:picChg chg="del">
          <ac:chgData name="Simran Bhatti" userId="9ceeec58-172e-44de-9380-012e9a6a8dcd" providerId="ADAL" clId="{C6E0462F-0633-45A9-B37C-C26553EF538E}" dt="2026-02-06T06:46:03.156" v="5803" actId="478"/>
          <ac:picMkLst>
            <pc:docMk/>
            <pc:sldMk cId="3453629106" sldId="325"/>
            <ac:picMk id="5" creationId="{18F83612-5776-2449-6EF8-CA5568366761}"/>
          </ac:picMkLst>
        </pc:picChg>
        <pc:picChg chg="add mod">
          <ac:chgData name="Simran Bhatti" userId="9ceeec58-172e-44de-9380-012e9a6a8dcd" providerId="ADAL" clId="{C6E0462F-0633-45A9-B37C-C26553EF538E}" dt="2026-02-06T06:46:38.879" v="5805" actId="1076"/>
          <ac:picMkLst>
            <pc:docMk/>
            <pc:sldMk cId="3453629106" sldId="325"/>
            <ac:picMk id="6" creationId="{49FBD569-ACB8-C99F-2FB7-5D05FB6D3C6B}"/>
          </ac:picMkLst>
        </pc:picChg>
        <pc:picChg chg="add mod">
          <ac:chgData name="Simran Bhatti" userId="9ceeec58-172e-44de-9380-012e9a6a8dcd" providerId="ADAL" clId="{C6E0462F-0633-45A9-B37C-C26553EF538E}" dt="2026-02-06T06:48:14.491" v="5819" actId="1076"/>
          <ac:picMkLst>
            <pc:docMk/>
            <pc:sldMk cId="3453629106" sldId="325"/>
            <ac:picMk id="8" creationId="{8B730FC5-34A6-5081-A830-4E8DAB58129B}"/>
          </ac:picMkLst>
        </pc:picChg>
        <pc:picChg chg="add mod">
          <ac:chgData name="Simran Bhatti" userId="9ceeec58-172e-44de-9380-012e9a6a8dcd" providerId="ADAL" clId="{C6E0462F-0633-45A9-B37C-C26553EF538E}" dt="2026-02-06T06:48:39.693" v="5822" actId="14100"/>
          <ac:picMkLst>
            <pc:docMk/>
            <pc:sldMk cId="3453629106" sldId="325"/>
            <ac:picMk id="11" creationId="{78E0CC13-B6F4-0657-FA68-ACCC84BD24D7}"/>
          </ac:picMkLst>
        </pc:picChg>
      </pc:sldChg>
      <pc:sldChg chg="del">
        <pc:chgData name="Simran Bhatti" userId="9ceeec58-172e-44de-9380-012e9a6a8dcd" providerId="ADAL" clId="{C6E0462F-0633-45A9-B37C-C26553EF538E}" dt="2026-02-06T06:50:01.864" v="5845" actId="47"/>
        <pc:sldMkLst>
          <pc:docMk/>
          <pc:sldMk cId="2333385170" sldId="326"/>
        </pc:sldMkLst>
      </pc:sldChg>
      <pc:sldChg chg="del">
        <pc:chgData name="Simran Bhatti" userId="9ceeec58-172e-44de-9380-012e9a6a8dcd" providerId="ADAL" clId="{C6E0462F-0633-45A9-B37C-C26553EF538E}" dt="2026-02-06T06:50:03.299" v="5846" actId="47"/>
        <pc:sldMkLst>
          <pc:docMk/>
          <pc:sldMk cId="3452565747" sldId="327"/>
        </pc:sldMkLst>
      </pc:sldChg>
      <pc:sldChg chg="del">
        <pc:chgData name="Simran Bhatti" userId="9ceeec58-172e-44de-9380-012e9a6a8dcd" providerId="ADAL" clId="{C6E0462F-0633-45A9-B37C-C26553EF538E}" dt="2026-02-06T06:50:04.540" v="5847" actId="47"/>
        <pc:sldMkLst>
          <pc:docMk/>
          <pc:sldMk cId="34292017" sldId="328"/>
        </pc:sldMkLst>
      </pc:sldChg>
      <pc:sldChg chg="del">
        <pc:chgData name="Simran Bhatti" userId="9ceeec58-172e-44de-9380-012e9a6a8dcd" providerId="ADAL" clId="{C6E0462F-0633-45A9-B37C-C26553EF538E}" dt="2026-02-06T06:50:10.426" v="5848" actId="47"/>
        <pc:sldMkLst>
          <pc:docMk/>
          <pc:sldMk cId="1927470657" sldId="329"/>
        </pc:sldMkLst>
      </pc:sldChg>
      <pc:sldChg chg="del">
        <pc:chgData name="Simran Bhatti" userId="9ceeec58-172e-44de-9380-012e9a6a8dcd" providerId="ADAL" clId="{C6E0462F-0633-45A9-B37C-C26553EF538E}" dt="2026-02-06T06:50:11.556" v="5849" actId="47"/>
        <pc:sldMkLst>
          <pc:docMk/>
          <pc:sldMk cId="1001626826" sldId="330"/>
        </pc:sldMkLst>
      </pc:sldChg>
      <pc:sldChg chg="del">
        <pc:chgData name="Simran Bhatti" userId="9ceeec58-172e-44de-9380-012e9a6a8dcd" providerId="ADAL" clId="{C6E0462F-0633-45A9-B37C-C26553EF538E}" dt="2026-02-06T06:50:12.336" v="5850" actId="47"/>
        <pc:sldMkLst>
          <pc:docMk/>
          <pc:sldMk cId="2068731495" sldId="331"/>
        </pc:sldMkLst>
      </pc:sldChg>
      <pc:sldChg chg="addSp delSp modSp add mod">
        <pc:chgData name="Simran Bhatti" userId="9ceeec58-172e-44de-9380-012e9a6a8dcd" providerId="ADAL" clId="{C6E0462F-0633-45A9-B37C-C26553EF538E}" dt="2026-02-06T06:29:34.254" v="5160" actId="1076"/>
        <pc:sldMkLst>
          <pc:docMk/>
          <pc:sldMk cId="1779030460" sldId="332"/>
        </pc:sldMkLst>
        <pc:spChg chg="mod">
          <ac:chgData name="Simran Bhatti" userId="9ceeec58-172e-44de-9380-012e9a6a8dcd" providerId="ADAL" clId="{C6E0462F-0633-45A9-B37C-C26553EF538E}" dt="2026-02-06T06:13:29.030" v="4700" actId="20577"/>
          <ac:spMkLst>
            <pc:docMk/>
            <pc:sldMk cId="1779030460" sldId="332"/>
            <ac:spMk id="3" creationId="{1C71AF86-B140-A6F6-2E67-88ED72AE9778}"/>
          </ac:spMkLst>
        </pc:spChg>
        <pc:spChg chg="add del mod">
          <ac:chgData name="Simran Bhatti" userId="9ceeec58-172e-44de-9380-012e9a6a8dcd" providerId="ADAL" clId="{C6E0462F-0633-45A9-B37C-C26553EF538E}" dt="2026-02-06T06:05:10.340" v="4616" actId="478"/>
          <ac:spMkLst>
            <pc:docMk/>
            <pc:sldMk cId="1779030460" sldId="332"/>
            <ac:spMk id="5" creationId="{7AC6C653-C95A-9479-8928-35B07BCF54F8}"/>
          </ac:spMkLst>
        </pc:spChg>
        <pc:spChg chg="del">
          <ac:chgData name="Simran Bhatti" userId="9ceeec58-172e-44de-9380-012e9a6a8dcd" providerId="ADAL" clId="{C6E0462F-0633-45A9-B37C-C26553EF538E}" dt="2026-02-06T06:05:03.845" v="4614" actId="478"/>
          <ac:spMkLst>
            <pc:docMk/>
            <pc:sldMk cId="1779030460" sldId="332"/>
            <ac:spMk id="24" creationId="{E85B2D81-77A7-D0F6-DF11-5F80BB95D20D}"/>
          </ac:spMkLst>
        </pc:spChg>
        <pc:spChg chg="del mod">
          <ac:chgData name="Simran Bhatti" userId="9ceeec58-172e-44de-9380-012e9a6a8dcd" providerId="ADAL" clId="{C6E0462F-0633-45A9-B37C-C26553EF538E}" dt="2026-02-06T06:05:14.993" v="4618" actId="478"/>
          <ac:spMkLst>
            <pc:docMk/>
            <pc:sldMk cId="1779030460" sldId="332"/>
            <ac:spMk id="25" creationId="{A4CD9128-9326-6C57-C4CB-B913890A64A3}"/>
          </ac:spMkLst>
        </pc:spChg>
        <pc:picChg chg="add mod">
          <ac:chgData name="Simran Bhatti" userId="9ceeec58-172e-44de-9380-012e9a6a8dcd" providerId="ADAL" clId="{C6E0462F-0633-45A9-B37C-C26553EF538E}" dt="2026-02-06T06:29:28.214" v="5157" actId="1076"/>
          <ac:picMkLst>
            <pc:docMk/>
            <pc:sldMk cId="1779030460" sldId="332"/>
            <ac:picMk id="7" creationId="{37AE296A-652B-4D59-AB58-24D49A81EF04}"/>
          </ac:picMkLst>
        </pc:picChg>
        <pc:picChg chg="add mod">
          <ac:chgData name="Simran Bhatti" userId="9ceeec58-172e-44de-9380-012e9a6a8dcd" providerId="ADAL" clId="{C6E0462F-0633-45A9-B37C-C26553EF538E}" dt="2026-02-06T06:29:30.040" v="5158" actId="1076"/>
          <ac:picMkLst>
            <pc:docMk/>
            <pc:sldMk cId="1779030460" sldId="332"/>
            <ac:picMk id="9" creationId="{A6EB14DC-EF11-C602-341A-EB16CF9AAA6F}"/>
          </ac:picMkLst>
        </pc:picChg>
        <pc:picChg chg="add mod">
          <ac:chgData name="Simran Bhatti" userId="9ceeec58-172e-44de-9380-012e9a6a8dcd" providerId="ADAL" clId="{C6E0462F-0633-45A9-B37C-C26553EF538E}" dt="2026-02-06T06:29:31.935" v="5159" actId="1076"/>
          <ac:picMkLst>
            <pc:docMk/>
            <pc:sldMk cId="1779030460" sldId="332"/>
            <ac:picMk id="11" creationId="{85797A8B-56DA-FD3B-44BA-C043283A54AB}"/>
          </ac:picMkLst>
        </pc:picChg>
        <pc:picChg chg="add mod">
          <ac:chgData name="Simran Bhatti" userId="9ceeec58-172e-44de-9380-012e9a6a8dcd" providerId="ADAL" clId="{C6E0462F-0633-45A9-B37C-C26553EF538E}" dt="2026-02-06T06:29:34.254" v="5160" actId="1076"/>
          <ac:picMkLst>
            <pc:docMk/>
            <pc:sldMk cId="1779030460" sldId="332"/>
            <ac:picMk id="13" creationId="{311BF602-DDB1-21FB-924D-87151FEC1A72}"/>
          </ac:picMkLst>
        </pc:picChg>
        <pc:picChg chg="del">
          <ac:chgData name="Simran Bhatti" userId="9ceeec58-172e-44de-9380-012e9a6a8dcd" providerId="ADAL" clId="{C6E0462F-0633-45A9-B37C-C26553EF538E}" dt="2026-02-06T06:05:12.252" v="4617" actId="478"/>
          <ac:picMkLst>
            <pc:docMk/>
            <pc:sldMk cId="1779030460" sldId="332"/>
            <ac:picMk id="17" creationId="{3E4080F1-ACEE-11F7-5EC7-E92F4B6819ED}"/>
          </ac:picMkLst>
        </pc:picChg>
        <pc:picChg chg="del">
          <ac:chgData name="Simran Bhatti" userId="9ceeec58-172e-44de-9380-012e9a6a8dcd" providerId="ADAL" clId="{C6E0462F-0633-45A9-B37C-C26553EF538E}" dt="2026-02-06T06:05:05.623" v="4615" actId="478"/>
          <ac:picMkLst>
            <pc:docMk/>
            <pc:sldMk cId="1779030460" sldId="332"/>
            <ac:picMk id="22" creationId="{D55DF800-1026-6F2D-E158-FDC9F2C57F1B}"/>
          </ac:picMkLst>
        </pc:picChg>
      </pc:sldChg>
      <pc:sldChg chg="addSp delSp modSp add mod">
        <pc:chgData name="Simran Bhatti" userId="9ceeec58-172e-44de-9380-012e9a6a8dcd" providerId="ADAL" clId="{C6E0462F-0633-45A9-B37C-C26553EF538E}" dt="2026-02-06T06:33:08.641" v="5262" actId="1076"/>
        <pc:sldMkLst>
          <pc:docMk/>
          <pc:sldMk cId="1017648692" sldId="333"/>
        </pc:sldMkLst>
        <pc:spChg chg="mod">
          <ac:chgData name="Simran Bhatti" userId="9ceeec58-172e-44de-9380-012e9a6a8dcd" providerId="ADAL" clId="{C6E0462F-0633-45A9-B37C-C26553EF538E}" dt="2026-02-06T06:30:42.558" v="5249" actId="20577"/>
          <ac:spMkLst>
            <pc:docMk/>
            <pc:sldMk cId="1017648692" sldId="333"/>
            <ac:spMk id="3" creationId="{1BC0F386-9B28-572D-5ACF-48BFF2A03EEE}"/>
          </ac:spMkLst>
        </pc:spChg>
        <pc:picChg chg="del">
          <ac:chgData name="Simran Bhatti" userId="9ceeec58-172e-44de-9380-012e9a6a8dcd" providerId="ADAL" clId="{C6E0462F-0633-45A9-B37C-C26553EF538E}" dt="2026-02-06T06:31:32.556" v="5250" actId="478"/>
          <ac:picMkLst>
            <pc:docMk/>
            <pc:sldMk cId="1017648692" sldId="333"/>
            <ac:picMk id="5" creationId="{0A490063-73A0-0790-323C-1719EA0C0716}"/>
          </ac:picMkLst>
        </pc:picChg>
        <pc:picChg chg="add mod">
          <ac:chgData name="Simran Bhatti" userId="9ceeec58-172e-44de-9380-012e9a6a8dcd" providerId="ADAL" clId="{C6E0462F-0633-45A9-B37C-C26553EF538E}" dt="2026-02-06T06:31:53.199" v="5256" actId="14100"/>
          <ac:picMkLst>
            <pc:docMk/>
            <pc:sldMk cId="1017648692" sldId="333"/>
            <ac:picMk id="6" creationId="{22EC8A75-E335-3EBA-8C75-A5ECB700A471}"/>
          </ac:picMkLst>
        </pc:picChg>
        <pc:picChg chg="del">
          <ac:chgData name="Simran Bhatti" userId="9ceeec58-172e-44de-9380-012e9a6a8dcd" providerId="ADAL" clId="{C6E0462F-0633-45A9-B37C-C26553EF538E}" dt="2026-02-06T06:31:38.972" v="5253" actId="478"/>
          <ac:picMkLst>
            <pc:docMk/>
            <pc:sldMk cId="1017648692" sldId="333"/>
            <ac:picMk id="8" creationId="{6B091148-8976-76E9-094C-07CA521D7D63}"/>
          </ac:picMkLst>
        </pc:picChg>
        <pc:picChg chg="add mod">
          <ac:chgData name="Simran Bhatti" userId="9ceeec58-172e-44de-9380-012e9a6a8dcd" providerId="ADAL" clId="{C6E0462F-0633-45A9-B37C-C26553EF538E}" dt="2026-02-06T06:33:08.641" v="5262" actId="1076"/>
          <ac:picMkLst>
            <pc:docMk/>
            <pc:sldMk cId="1017648692" sldId="333"/>
            <ac:picMk id="9" creationId="{0204105F-B8DD-A219-09AE-4E2F3158E94E}"/>
          </ac:picMkLst>
        </pc:picChg>
        <pc:picChg chg="del">
          <ac:chgData name="Simran Bhatti" userId="9ceeec58-172e-44de-9380-012e9a6a8dcd" providerId="ADAL" clId="{C6E0462F-0633-45A9-B37C-C26553EF538E}" dt="2026-02-06T06:32:52.865" v="5257" actId="478"/>
          <ac:picMkLst>
            <pc:docMk/>
            <pc:sldMk cId="1017648692" sldId="333"/>
            <ac:picMk id="13" creationId="{C13CA2E7-2582-8344-2BAA-7BDFBE42252C}"/>
          </ac:picMkLst>
        </pc:picChg>
      </pc:sldChg>
      <pc:sldChg chg="delSp modSp add del mod">
        <pc:chgData name="Simran Bhatti" userId="9ceeec58-172e-44de-9380-012e9a6a8dcd" providerId="ADAL" clId="{C6E0462F-0633-45A9-B37C-C26553EF538E}" dt="2026-02-06T06:53:14.638" v="6030" actId="2696"/>
        <pc:sldMkLst>
          <pc:docMk/>
          <pc:sldMk cId="447545646" sldId="334"/>
        </pc:sldMkLst>
        <pc:spChg chg="mod">
          <ac:chgData name="Simran Bhatti" userId="9ceeec58-172e-44de-9380-012e9a6a8dcd" providerId="ADAL" clId="{C6E0462F-0633-45A9-B37C-C26553EF538E}" dt="2026-02-06T06:51:36.816" v="5885" actId="20577"/>
          <ac:spMkLst>
            <pc:docMk/>
            <pc:sldMk cId="447545646" sldId="334"/>
            <ac:spMk id="2" creationId="{9CCCA235-7EAE-6E95-CA1D-2A8B419C8540}"/>
          </ac:spMkLst>
        </pc:spChg>
        <pc:spChg chg="mod">
          <ac:chgData name="Simran Bhatti" userId="9ceeec58-172e-44de-9380-012e9a6a8dcd" providerId="ADAL" clId="{C6E0462F-0633-45A9-B37C-C26553EF538E}" dt="2026-02-06T06:52:59.433" v="6029" actId="20577"/>
          <ac:spMkLst>
            <pc:docMk/>
            <pc:sldMk cId="447545646" sldId="334"/>
            <ac:spMk id="3" creationId="{4E7928F2-8696-5BB9-F810-1F9D78B41C88}"/>
          </ac:spMkLst>
        </pc:spChg>
        <pc:picChg chg="del">
          <ac:chgData name="Simran Bhatti" userId="9ceeec58-172e-44de-9380-012e9a6a8dcd" providerId="ADAL" clId="{C6E0462F-0633-45A9-B37C-C26553EF538E}" dt="2026-02-06T06:51:16.666" v="5854" actId="478"/>
          <ac:picMkLst>
            <pc:docMk/>
            <pc:sldMk cId="447545646" sldId="334"/>
            <ac:picMk id="6" creationId="{E306C689-DBAA-0C7F-5A81-CEF2149EBD57}"/>
          </ac:picMkLst>
        </pc:picChg>
        <pc:picChg chg="del">
          <ac:chgData name="Simran Bhatti" userId="9ceeec58-172e-44de-9380-012e9a6a8dcd" providerId="ADAL" clId="{C6E0462F-0633-45A9-B37C-C26553EF538E}" dt="2026-02-06T06:51:17.963" v="5855" actId="478"/>
          <ac:picMkLst>
            <pc:docMk/>
            <pc:sldMk cId="447545646" sldId="334"/>
            <ac:picMk id="8" creationId="{1A77253D-B3F5-3852-DA5B-62A9E05EE331}"/>
          </ac:picMkLst>
        </pc:picChg>
        <pc:picChg chg="del">
          <ac:chgData name="Simran Bhatti" userId="9ceeec58-172e-44de-9380-012e9a6a8dcd" providerId="ADAL" clId="{C6E0462F-0633-45A9-B37C-C26553EF538E}" dt="2026-02-06T06:51:19.266" v="5856" actId="478"/>
          <ac:picMkLst>
            <pc:docMk/>
            <pc:sldMk cId="447545646" sldId="334"/>
            <ac:picMk id="11" creationId="{7E002066-EC6C-C150-A6BE-A10A6C079CAB}"/>
          </ac:picMkLst>
        </pc:picChg>
      </pc:sldChg>
      <pc:sldChg chg="new del">
        <pc:chgData name="Simran Bhatti" userId="9ceeec58-172e-44de-9380-012e9a6a8dcd" providerId="ADAL" clId="{C6E0462F-0633-45A9-B37C-C26553EF538E}" dt="2026-02-06T06:51:08.678" v="5852" actId="2696"/>
        <pc:sldMkLst>
          <pc:docMk/>
          <pc:sldMk cId="4283838526" sldId="33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FE52182-8ED2-2CD9-1769-D9951A9939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73A34-C368-6B6E-8816-ABC664A857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FBC06-9676-42B7-A8B4-279236EF9829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55158-3742-8894-B074-C872916FE8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6B5579-9D25-81D6-8171-2F8C3F5377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B3735C-CF2D-4272-874B-84D65FE3CA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658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63451-F71A-45EA-8B10-04A09C28CC19}" type="datetimeFigureOut">
              <a:rPr lang="en-US" smtClean="0"/>
              <a:t>2/6/2026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B270D-091D-4ED2-8C85-0898DD7D9F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118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141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165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665FD-EA77-A9A8-EA27-1082CC0B7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45121A-60B9-39B9-AB8E-53944E7AA0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4830E6-2AE5-1F9E-5B4C-5A8D9EF641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083AD-83F5-DCEB-5EB7-6C6C2FD64A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999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8A6D2-187D-E9AD-53C8-1841840AE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7B7A62-C0A6-5659-204E-6599C09A21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879386-73D9-4777-3CC1-DEA911C3F8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B928F-D0FC-9BB6-CDC5-1E90C9500C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0810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9BC37-6217-BD5B-5A0B-CBF3B8606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EDBAD7-8E69-17B2-44C7-879FF8583C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8E4CCD-4A95-3BFE-9FCB-0A0ABE105F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FF189-91B1-39B8-D134-9F785878A1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25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84C58-946A-BB84-8DD5-804387988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A9F22F-F098-AD13-9F48-CBAE8DAD67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21C34B-8DC2-FDFA-4610-D5AE294659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91AB8-EE89-F50D-98B2-BD09796C23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0493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27B60-518A-D56A-A722-432B2FB72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7B9360-64B9-B18E-C76B-75FD2F9ED9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66D293-D472-537E-1411-D0F3734DD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B76AF-428B-A8D3-B2B9-D81031EF43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4209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3A37A-E9CE-4FD5-0290-AE91472D3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4E322E-98DB-F839-94B3-6C7CD9EBA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63AA87-EAAE-C757-CC2E-19C209CC87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22CF9A-5477-75AF-2627-B568EB76BA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3611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332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85251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44943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045040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52712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2302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7004688-7200-27A0-AED2-FDEA0C50E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962AE0E-CD08-E4A3-B4FB-58E3FB60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942343E8-72A7-5457-2C99-D033A36FF0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7" name="Freeform 69">
                <a:extLst>
                  <a:ext uri="{FF2B5EF4-FFF2-40B4-BE49-F238E27FC236}">
                    <a16:creationId xmlns:a16="http://schemas.microsoft.com/office/drawing/2014/main" id="{1C19E638-91EB-75DC-9458-EA0229C044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8" name="Line 70">
                <a:extLst>
                  <a:ext uri="{FF2B5EF4-FFF2-40B4-BE49-F238E27FC236}">
                    <a16:creationId xmlns:a16="http://schemas.microsoft.com/office/drawing/2014/main" id="{6E02EB3D-A45E-B4B7-9E49-65E6921C6D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6ED0F2C-33C6-33F8-D25A-653073FA8F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6C992DF-7C76-80E6-220E-5545B437E8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1532E4B2-6FAE-2363-8842-E08A265B0F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4" name="Freeform 64">
                  <a:extLst>
                    <a:ext uri="{FF2B5EF4-FFF2-40B4-BE49-F238E27FC236}">
                      <a16:creationId xmlns:a16="http://schemas.microsoft.com/office/drawing/2014/main" id="{D7AE19E9-E19F-29AF-639C-44EB5FB5E3E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5" name="Freeform 81">
                  <a:extLst>
                    <a:ext uri="{FF2B5EF4-FFF2-40B4-BE49-F238E27FC236}">
                      <a16:creationId xmlns:a16="http://schemas.microsoft.com/office/drawing/2014/main" id="{FC6B75DA-401A-8C4D-421A-4A0230030C8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6" name="Freeform 61">
                  <a:extLst>
                    <a:ext uri="{FF2B5EF4-FFF2-40B4-BE49-F238E27FC236}">
                      <a16:creationId xmlns:a16="http://schemas.microsoft.com/office/drawing/2014/main" id="{83B7B7D8-FAE1-EF25-3177-C597CA2855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7" name="Freeform 78">
                  <a:extLst>
                    <a:ext uri="{FF2B5EF4-FFF2-40B4-BE49-F238E27FC236}">
                      <a16:creationId xmlns:a16="http://schemas.microsoft.com/office/drawing/2014/main" id="{D8189C2B-39BF-F3AD-761F-3EC5A413936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8" name="Freeform 84">
                  <a:extLst>
                    <a:ext uri="{FF2B5EF4-FFF2-40B4-BE49-F238E27FC236}">
                      <a16:creationId xmlns:a16="http://schemas.microsoft.com/office/drawing/2014/main" id="{9B3C11E0-E220-6347-106F-7361EEF4B71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9" name="Freeform 87">
                  <a:extLst>
                    <a:ext uri="{FF2B5EF4-FFF2-40B4-BE49-F238E27FC236}">
                      <a16:creationId xmlns:a16="http://schemas.microsoft.com/office/drawing/2014/main" id="{79AAD932-DEE5-826A-1B8E-BF1B2B2BB3D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0" name="Freeform 60">
                  <a:extLst>
                    <a:ext uri="{FF2B5EF4-FFF2-40B4-BE49-F238E27FC236}">
                      <a16:creationId xmlns:a16="http://schemas.microsoft.com/office/drawing/2014/main" id="{A9BA9C23-F16A-423E-DB70-2BBBE58B0C8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1" name="Freeform 59">
                  <a:extLst>
                    <a:ext uri="{FF2B5EF4-FFF2-40B4-BE49-F238E27FC236}">
                      <a16:creationId xmlns:a16="http://schemas.microsoft.com/office/drawing/2014/main" id="{237FA726-DD02-A25D-C698-4FB16B377C4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2" name="Freeform 62">
                  <a:extLst>
                    <a:ext uri="{FF2B5EF4-FFF2-40B4-BE49-F238E27FC236}">
                      <a16:creationId xmlns:a16="http://schemas.microsoft.com/office/drawing/2014/main" id="{A0991B4B-EDB7-1AEE-679D-75A7958333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3" name="Freeform 65">
                  <a:extLst>
                    <a:ext uri="{FF2B5EF4-FFF2-40B4-BE49-F238E27FC236}">
                      <a16:creationId xmlns:a16="http://schemas.microsoft.com/office/drawing/2014/main" id="{198D13E0-51CA-CC43-BFAD-752CD4E5ED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4" name="Freeform 79">
                  <a:extLst>
                    <a:ext uri="{FF2B5EF4-FFF2-40B4-BE49-F238E27FC236}">
                      <a16:creationId xmlns:a16="http://schemas.microsoft.com/office/drawing/2014/main" id="{979DDC47-298E-AFD7-CE86-9F24018FCB5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5" name="Freeform 82">
                  <a:extLst>
                    <a:ext uri="{FF2B5EF4-FFF2-40B4-BE49-F238E27FC236}">
                      <a16:creationId xmlns:a16="http://schemas.microsoft.com/office/drawing/2014/main" id="{FDF6497C-C9D8-77C1-9EC1-AA3DC693FD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6" name="Freeform 85">
                  <a:extLst>
                    <a:ext uri="{FF2B5EF4-FFF2-40B4-BE49-F238E27FC236}">
                      <a16:creationId xmlns:a16="http://schemas.microsoft.com/office/drawing/2014/main" id="{F94954A5-B504-9802-E8A3-D92A434B215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7" name="Freeform 88">
                  <a:extLst>
                    <a:ext uri="{FF2B5EF4-FFF2-40B4-BE49-F238E27FC236}">
                      <a16:creationId xmlns:a16="http://schemas.microsoft.com/office/drawing/2014/main" id="{26CA4C70-E5AD-FFC4-4F64-9029A88E16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C2F66C97-233E-069E-842E-FC7DD613F3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79" name="Line 63">
                    <a:extLst>
                      <a:ext uri="{FF2B5EF4-FFF2-40B4-BE49-F238E27FC236}">
                        <a16:creationId xmlns:a16="http://schemas.microsoft.com/office/drawing/2014/main" id="{AA0F3696-6B0D-543A-4D40-8B145249CBF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0" name="Line 66">
                    <a:extLst>
                      <a:ext uri="{FF2B5EF4-FFF2-40B4-BE49-F238E27FC236}">
                        <a16:creationId xmlns:a16="http://schemas.microsoft.com/office/drawing/2014/main" id="{29D21825-8498-CADF-8EB5-D08C5C4348E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1" name="Line 67">
                    <a:extLst>
                      <a:ext uri="{FF2B5EF4-FFF2-40B4-BE49-F238E27FC236}">
                        <a16:creationId xmlns:a16="http://schemas.microsoft.com/office/drawing/2014/main" id="{D1EBC7BA-66A7-56E5-19F7-65B9A2BE6EB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2" name="Line 80">
                    <a:extLst>
                      <a:ext uri="{FF2B5EF4-FFF2-40B4-BE49-F238E27FC236}">
                        <a16:creationId xmlns:a16="http://schemas.microsoft.com/office/drawing/2014/main" id="{41A6EA28-930F-EBBA-43EE-6CB627294AC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3" name="Line 83">
                    <a:extLst>
                      <a:ext uri="{FF2B5EF4-FFF2-40B4-BE49-F238E27FC236}">
                        <a16:creationId xmlns:a16="http://schemas.microsoft.com/office/drawing/2014/main" id="{5297B34D-B81D-6350-4194-484D7EC282F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4" name="Line 86">
                    <a:extLst>
                      <a:ext uri="{FF2B5EF4-FFF2-40B4-BE49-F238E27FC236}">
                        <a16:creationId xmlns:a16="http://schemas.microsoft.com/office/drawing/2014/main" id="{DD7C599E-910F-8D88-3AA0-B24C9A79E13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5" name="Line 89">
                    <a:extLst>
                      <a:ext uri="{FF2B5EF4-FFF2-40B4-BE49-F238E27FC236}">
                        <a16:creationId xmlns:a16="http://schemas.microsoft.com/office/drawing/2014/main" id="{E663B789-16D2-7968-1AB9-E036E4D4285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EBE4D28C-9D5D-2CDF-4E98-5D046F140C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19D439ED-096C-BC38-ECCB-78B2B5178F8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E820AB2-DB7A-A79D-FAE4-35AC3D677C8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C88E5C4B-5B7B-FDA4-A576-7854A9D1598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Rectangle 30">
                    <a:extLst>
                      <a:ext uri="{FF2B5EF4-FFF2-40B4-BE49-F238E27FC236}">
                        <a16:creationId xmlns:a16="http://schemas.microsoft.com/office/drawing/2014/main" id="{E3C02BC9-4E4F-3743-8563-808D6A0B437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3" name="Rectangle 30">
                    <a:extLst>
                      <a:ext uri="{FF2B5EF4-FFF2-40B4-BE49-F238E27FC236}">
                        <a16:creationId xmlns:a16="http://schemas.microsoft.com/office/drawing/2014/main" id="{D0EF96EA-252F-062A-E566-42ABC6B9036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58DCE928-965C-EA85-F5C1-24E19E45854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B5B70EF0-D01D-E5DD-0234-6B93EE439E1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CA0351E2-397A-7FC9-6BE5-A3018AAB2BD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9EE4DD70-FCD0-DFFE-52A6-0DE9BC2331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1466F87F-6F35-E28C-1556-6383A82F7F8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4" name="Freeform 68">
                    <a:extLst>
                      <a:ext uri="{FF2B5EF4-FFF2-40B4-BE49-F238E27FC236}">
                        <a16:creationId xmlns:a16="http://schemas.microsoft.com/office/drawing/2014/main" id="{D4FD8A8E-2B46-F940-BD0E-086FCF76665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55" name="Freeform 69">
                    <a:extLst>
                      <a:ext uri="{FF2B5EF4-FFF2-40B4-BE49-F238E27FC236}">
                        <a16:creationId xmlns:a16="http://schemas.microsoft.com/office/drawing/2014/main" id="{7532BE26-5B7C-EE9E-4191-8A54CDBBD66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53" name="Line 70">
                  <a:extLst>
                    <a:ext uri="{FF2B5EF4-FFF2-40B4-BE49-F238E27FC236}">
                      <a16:creationId xmlns:a16="http://schemas.microsoft.com/office/drawing/2014/main" id="{BFC8ECE6-D59A-9EE4-CB81-D6162F00D8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080BC2-EE72-5D70-6666-DEBC49165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93AA0A3-2A8A-2332-F348-F88D6E1F3B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54355255-9D4E-147B-DA9E-4FFB14E7C1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26" name="Freeform 64">
                  <a:extLst>
                    <a:ext uri="{FF2B5EF4-FFF2-40B4-BE49-F238E27FC236}">
                      <a16:creationId xmlns:a16="http://schemas.microsoft.com/office/drawing/2014/main" id="{0C229BCD-A083-BC81-2151-41E4947E04A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" name="Freeform 81">
                  <a:extLst>
                    <a:ext uri="{FF2B5EF4-FFF2-40B4-BE49-F238E27FC236}">
                      <a16:creationId xmlns:a16="http://schemas.microsoft.com/office/drawing/2014/main" id="{F138DCEE-5B8D-D5E5-54B6-6B0BA01F6ED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61">
                  <a:extLst>
                    <a:ext uri="{FF2B5EF4-FFF2-40B4-BE49-F238E27FC236}">
                      <a16:creationId xmlns:a16="http://schemas.microsoft.com/office/drawing/2014/main" id="{F00BD61F-0747-E748-6BFB-CB875F4942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07C45B1B-92EA-5E82-24D1-931DB8AF99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" name="Freeform 84">
                  <a:extLst>
                    <a:ext uri="{FF2B5EF4-FFF2-40B4-BE49-F238E27FC236}">
                      <a16:creationId xmlns:a16="http://schemas.microsoft.com/office/drawing/2014/main" id="{F11B1265-0119-731D-E758-7C0BAFE4B5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" name="Freeform 87">
                  <a:extLst>
                    <a:ext uri="{FF2B5EF4-FFF2-40B4-BE49-F238E27FC236}">
                      <a16:creationId xmlns:a16="http://schemas.microsoft.com/office/drawing/2014/main" id="{35056C9E-95B1-E743-9A73-5A39803B74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2" name="Freeform 60">
                  <a:extLst>
                    <a:ext uri="{FF2B5EF4-FFF2-40B4-BE49-F238E27FC236}">
                      <a16:creationId xmlns:a16="http://schemas.microsoft.com/office/drawing/2014/main" id="{873B7450-9F65-5384-2976-127FD87757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3" name="Freeform 59">
                  <a:extLst>
                    <a:ext uri="{FF2B5EF4-FFF2-40B4-BE49-F238E27FC236}">
                      <a16:creationId xmlns:a16="http://schemas.microsoft.com/office/drawing/2014/main" id="{93FE1A96-9FB8-DD4B-5EB8-26A91007B6E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4" name="Freeform 62">
                  <a:extLst>
                    <a:ext uri="{FF2B5EF4-FFF2-40B4-BE49-F238E27FC236}">
                      <a16:creationId xmlns:a16="http://schemas.microsoft.com/office/drawing/2014/main" id="{07C997E7-D2EC-2533-34E1-ADA752DD0A5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5" name="Freeform 65">
                  <a:extLst>
                    <a:ext uri="{FF2B5EF4-FFF2-40B4-BE49-F238E27FC236}">
                      <a16:creationId xmlns:a16="http://schemas.microsoft.com/office/drawing/2014/main" id="{CDFD69D0-D4F6-6990-4E0A-C6FEB0CE49B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6" name="Freeform 79">
                  <a:extLst>
                    <a:ext uri="{FF2B5EF4-FFF2-40B4-BE49-F238E27FC236}">
                      <a16:creationId xmlns:a16="http://schemas.microsoft.com/office/drawing/2014/main" id="{825CB36E-9726-A54C-5717-F6A428FED5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F8184497-7251-D4E9-F39C-EE556E4B10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8" name="Freeform 85">
                  <a:extLst>
                    <a:ext uri="{FF2B5EF4-FFF2-40B4-BE49-F238E27FC236}">
                      <a16:creationId xmlns:a16="http://schemas.microsoft.com/office/drawing/2014/main" id="{835D68A6-6C40-806B-C58A-25B22D6BC62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9" name="Freeform 88">
                  <a:extLst>
                    <a:ext uri="{FF2B5EF4-FFF2-40B4-BE49-F238E27FC236}">
                      <a16:creationId xmlns:a16="http://schemas.microsoft.com/office/drawing/2014/main" id="{E36097E1-57E6-7188-7C0D-36C56EF55F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9C1BAB2A-BA9C-8C5A-13B8-CE9C056AE6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4F8DCA4A-A0D6-514F-47BB-541F133C696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2" name="Line 66">
                    <a:extLst>
                      <a:ext uri="{FF2B5EF4-FFF2-40B4-BE49-F238E27FC236}">
                        <a16:creationId xmlns:a16="http://schemas.microsoft.com/office/drawing/2014/main" id="{0BEDD737-7AD9-32AF-DA50-AE940D883A1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3" name="Line 67">
                    <a:extLst>
                      <a:ext uri="{FF2B5EF4-FFF2-40B4-BE49-F238E27FC236}">
                        <a16:creationId xmlns:a16="http://schemas.microsoft.com/office/drawing/2014/main" id="{9361792E-BF11-44DD-3900-9EE92815F3E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4" name="Line 80">
                    <a:extLst>
                      <a:ext uri="{FF2B5EF4-FFF2-40B4-BE49-F238E27FC236}">
                        <a16:creationId xmlns:a16="http://schemas.microsoft.com/office/drawing/2014/main" id="{EF08723B-66BF-73AE-106A-58DBBBABFA3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5" name="Line 83">
                    <a:extLst>
                      <a:ext uri="{FF2B5EF4-FFF2-40B4-BE49-F238E27FC236}">
                        <a16:creationId xmlns:a16="http://schemas.microsoft.com/office/drawing/2014/main" id="{866A6C7D-739E-6ED2-8DC9-F62F9697723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6" name="Line 86">
                    <a:extLst>
                      <a:ext uri="{FF2B5EF4-FFF2-40B4-BE49-F238E27FC236}">
                        <a16:creationId xmlns:a16="http://schemas.microsoft.com/office/drawing/2014/main" id="{3CAE0274-E38E-54A4-13C4-FFD1A9DDC6C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7" name="Line 89">
                    <a:extLst>
                      <a:ext uri="{FF2B5EF4-FFF2-40B4-BE49-F238E27FC236}">
                        <a16:creationId xmlns:a16="http://schemas.microsoft.com/office/drawing/2014/main" id="{7561DEAF-B810-94D1-71BB-2116BFFFA77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323C31A5-9409-F839-90BA-3883DC5323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42742EC4-5A1C-631E-398C-F3C5A9C4A2E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D2C0A335-0DBB-9CDA-7CB6-64689BB782A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C21B6FD8-0F3F-70F9-2457-87BB8AAB793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30">
                    <a:extLst>
                      <a:ext uri="{FF2B5EF4-FFF2-40B4-BE49-F238E27FC236}">
                        <a16:creationId xmlns:a16="http://schemas.microsoft.com/office/drawing/2014/main" id="{44ACA065-23B9-0399-85C9-8821480A7DD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360F78FE-550E-F182-27C9-8D0D0411F4D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82BEC42F-0A94-4DB3-9210-90D9BA7610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4639297D-A086-3111-DE35-3ADFC63EC52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0A57F373-E650-007D-EF3A-125835724B3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F7AA1C2-3BC9-2CC2-246C-891EEAAAAA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8095730D-9E3D-CB3A-4FF1-D9B51A162A3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0FDC9A03-E7DE-3D3E-74F8-C2990A5082F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3B430687-A11D-CFC5-B7C6-AF9A479146F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F9EEDCBB-CCC4-61BB-3480-8D21A3D2F1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900389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05187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40213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80890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83816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18446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F9E50B4-1616-9029-9FC0-901DDF9BF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9680" y="0"/>
            <a:ext cx="774232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307" y="430521"/>
            <a:ext cx="3389065" cy="1847528"/>
          </a:xfr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54839" y="2511829"/>
            <a:ext cx="540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4FFBCF-911F-5818-60FE-B018CA67735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30307" y="2745610"/>
            <a:ext cx="3389065" cy="3499611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5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marL="0" indent="0" algn="ctr">
              <a:buNone/>
            </a:pPr>
            <a:r>
              <a:rPr lang="en-US" dirty="0"/>
              <a:t>Click to add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F1A84F6-2D30-446A-9D91-44FBCB8256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979988" y="430521"/>
            <a:ext cx="6681704" cy="6019264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52376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0301" y="533292"/>
            <a:ext cx="4132469" cy="2213542"/>
          </a:xfr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43525" y="2980612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CA9855B-4072-4D45-821E-549FDF548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8958" y="457964"/>
            <a:ext cx="7681842" cy="5937065"/>
            <a:chOff x="28958" y="457964"/>
            <a:chExt cx="7681842" cy="5937065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CD707C0C-4086-4F35-A8FC-A45D727AA6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8900000" flipH="1">
              <a:off x="3417239" y="1865958"/>
              <a:ext cx="1270000" cy="3384002"/>
              <a:chOff x="7920038" y="61913"/>
              <a:chExt cx="1270000" cy="3384002"/>
            </a:xfrm>
          </p:grpSpPr>
          <p:sp>
            <p:nvSpPr>
              <p:cNvPr id="195" name="Freeform 76">
                <a:extLst>
                  <a:ext uri="{FF2B5EF4-FFF2-40B4-BE49-F238E27FC236}">
                    <a16:creationId xmlns:a16="http://schemas.microsoft.com/office/drawing/2014/main" id="{3D21528F-9013-4CD7-9F7C-D3F3624881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7920038" y="61913"/>
                <a:ext cx="638175" cy="2843213"/>
              </a:xfrm>
              <a:custGeom>
                <a:avLst/>
                <a:gdLst>
                  <a:gd name="T0" fmla="*/ 0 w 134"/>
                  <a:gd name="T1" fmla="*/ 298 h 597"/>
                  <a:gd name="T2" fmla="*/ 134 w 134"/>
                  <a:gd name="T3" fmla="*/ 597 h 597"/>
                  <a:gd name="T4" fmla="*/ 134 w 134"/>
                  <a:gd name="T5" fmla="*/ 0 h 597"/>
                  <a:gd name="T6" fmla="*/ 0 w 134"/>
                  <a:gd name="T7" fmla="*/ 298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4" h="597">
                    <a:moveTo>
                      <a:pt x="0" y="298"/>
                    </a:moveTo>
                    <a:cubicBezTo>
                      <a:pt x="0" y="417"/>
                      <a:pt x="52" y="523"/>
                      <a:pt x="134" y="597"/>
                    </a:cubicBezTo>
                    <a:cubicBezTo>
                      <a:pt x="134" y="0"/>
                      <a:pt x="134" y="0"/>
                      <a:pt x="134" y="0"/>
                    </a:cubicBezTo>
                    <a:cubicBezTo>
                      <a:pt x="52" y="74"/>
                      <a:pt x="0" y="180"/>
                      <a:pt x="0" y="298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6" name="Freeform 77">
                <a:extLst>
                  <a:ext uri="{FF2B5EF4-FFF2-40B4-BE49-F238E27FC236}">
                    <a16:creationId xmlns:a16="http://schemas.microsoft.com/office/drawing/2014/main" id="{06A8F5A2-62EC-4CDC-945A-E6C50C86CA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8558213" y="61913"/>
                <a:ext cx="631825" cy="2843213"/>
              </a:xfrm>
              <a:custGeom>
                <a:avLst/>
                <a:gdLst>
                  <a:gd name="T0" fmla="*/ 0 w 133"/>
                  <a:gd name="T1" fmla="*/ 0 h 597"/>
                  <a:gd name="T2" fmla="*/ 0 w 133"/>
                  <a:gd name="T3" fmla="*/ 597 h 597"/>
                  <a:gd name="T4" fmla="*/ 133 w 133"/>
                  <a:gd name="T5" fmla="*/ 298 h 597"/>
                  <a:gd name="T6" fmla="*/ 0 w 133"/>
                  <a:gd name="T7" fmla="*/ 0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3" h="597">
                    <a:moveTo>
                      <a:pt x="0" y="0"/>
                    </a:moveTo>
                    <a:cubicBezTo>
                      <a:pt x="0" y="597"/>
                      <a:pt x="0" y="597"/>
                      <a:pt x="0" y="597"/>
                    </a:cubicBezTo>
                    <a:cubicBezTo>
                      <a:pt x="82" y="523"/>
                      <a:pt x="133" y="417"/>
                      <a:pt x="133" y="298"/>
                    </a:cubicBezTo>
                    <a:cubicBezTo>
                      <a:pt x="133" y="180"/>
                      <a:pt x="82" y="74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9625C8AA-1597-4CED-8301-18D382EF0D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7934326" y="61915"/>
                <a:ext cx="1241425" cy="3384000"/>
                <a:chOff x="7934326" y="61915"/>
                <a:chExt cx="1241425" cy="3384000"/>
              </a:xfrm>
            </p:grpSpPr>
            <p:sp>
              <p:nvSpPr>
                <p:cNvPr id="198" name="Line 90">
                  <a:extLst>
                    <a:ext uri="{FF2B5EF4-FFF2-40B4-BE49-F238E27FC236}">
                      <a16:creationId xmlns:a16="http://schemas.microsoft.com/office/drawing/2014/main" id="{5DF95B35-23E9-4724-A4F8-8ED718B5DE7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8558213" y="61915"/>
                  <a:ext cx="0" cy="3384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99" name="Freeform 91">
                  <a:extLst>
                    <a:ext uri="{FF2B5EF4-FFF2-40B4-BE49-F238E27FC236}">
                      <a16:creationId xmlns:a16="http://schemas.microsoft.com/office/drawing/2014/main" id="{26C6754B-5776-451D-95ED-62AA4D0BAEF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8181976" y="523875"/>
                  <a:ext cx="747713" cy="376238"/>
                </a:xfrm>
                <a:custGeom>
                  <a:avLst/>
                  <a:gdLst>
                    <a:gd name="T0" fmla="*/ 471 w 471"/>
                    <a:gd name="T1" fmla="*/ 0 h 237"/>
                    <a:gd name="T2" fmla="*/ 237 w 471"/>
                    <a:gd name="T3" fmla="*/ 237 h 237"/>
                    <a:gd name="T4" fmla="*/ 0 w 471"/>
                    <a:gd name="T5" fmla="*/ 0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71" h="237">
                      <a:moveTo>
                        <a:pt x="471" y="0"/>
                      </a:moveTo>
                      <a:lnTo>
                        <a:pt x="237" y="23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0" name="Freeform 92">
                  <a:extLst>
                    <a:ext uri="{FF2B5EF4-FFF2-40B4-BE49-F238E27FC236}">
                      <a16:creationId xmlns:a16="http://schemas.microsoft.com/office/drawing/2014/main" id="{A345A289-8D6C-4886-B54C-3E0D26D176E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7977188" y="1028700"/>
                  <a:ext cx="1157288" cy="581025"/>
                </a:xfrm>
                <a:custGeom>
                  <a:avLst/>
                  <a:gdLst>
                    <a:gd name="T0" fmla="*/ 729 w 729"/>
                    <a:gd name="T1" fmla="*/ 0 h 366"/>
                    <a:gd name="T2" fmla="*/ 366 w 729"/>
                    <a:gd name="T3" fmla="*/ 366 h 366"/>
                    <a:gd name="T4" fmla="*/ 0 w 729"/>
                    <a:gd name="T5" fmla="*/ 0 h 3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29" h="366">
                      <a:moveTo>
                        <a:pt x="729" y="0"/>
                      </a:moveTo>
                      <a:lnTo>
                        <a:pt x="366" y="36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01" name="Freeform 93">
                  <a:extLst>
                    <a:ext uri="{FF2B5EF4-FFF2-40B4-BE49-F238E27FC236}">
                      <a16:creationId xmlns:a16="http://schemas.microsoft.com/office/drawing/2014/main" id="{5690D981-545B-4A73-A22E-6E701024AC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7934326" y="1700213"/>
                  <a:ext cx="1241425" cy="619125"/>
                </a:xfrm>
                <a:custGeom>
                  <a:avLst/>
                  <a:gdLst>
                    <a:gd name="T0" fmla="*/ 782 w 782"/>
                    <a:gd name="T1" fmla="*/ 0 h 390"/>
                    <a:gd name="T2" fmla="*/ 393 w 782"/>
                    <a:gd name="T3" fmla="*/ 390 h 390"/>
                    <a:gd name="T4" fmla="*/ 0 w 782"/>
                    <a:gd name="T5" fmla="*/ 0 h 3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82" h="390">
                      <a:moveTo>
                        <a:pt x="782" y="0"/>
                      </a:moveTo>
                      <a:lnTo>
                        <a:pt x="393" y="39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FCB89D53-605D-4497-A82E-C5CB7B9AB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28958" y="457964"/>
              <a:ext cx="5539609" cy="5682348"/>
              <a:chOff x="6623433" y="457964"/>
              <a:chExt cx="5539609" cy="5682348"/>
            </a:xfrm>
          </p:grpSpPr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4200751B-2483-40F5-8C14-EF64034D45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173" name="Freeform 64">
                  <a:extLst>
                    <a:ext uri="{FF2B5EF4-FFF2-40B4-BE49-F238E27FC236}">
                      <a16:creationId xmlns:a16="http://schemas.microsoft.com/office/drawing/2014/main" id="{A9677C6B-C435-43E3-BF18-DC35709C972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4" name="Freeform 81">
                  <a:extLst>
                    <a:ext uri="{FF2B5EF4-FFF2-40B4-BE49-F238E27FC236}">
                      <a16:creationId xmlns:a16="http://schemas.microsoft.com/office/drawing/2014/main" id="{56E374F1-3376-4D82-B66C-A0588A30F0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5" name="Freeform 61">
                  <a:extLst>
                    <a:ext uri="{FF2B5EF4-FFF2-40B4-BE49-F238E27FC236}">
                      <a16:creationId xmlns:a16="http://schemas.microsoft.com/office/drawing/2014/main" id="{979B4E97-34CE-4034-8523-F1584A0344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6" name="Freeform 78">
                  <a:extLst>
                    <a:ext uri="{FF2B5EF4-FFF2-40B4-BE49-F238E27FC236}">
                      <a16:creationId xmlns:a16="http://schemas.microsoft.com/office/drawing/2014/main" id="{F4C4EFFF-E30B-4F0B-9ED4-FF63047DCBD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7" name="Freeform 84">
                  <a:extLst>
                    <a:ext uri="{FF2B5EF4-FFF2-40B4-BE49-F238E27FC236}">
                      <a16:creationId xmlns:a16="http://schemas.microsoft.com/office/drawing/2014/main" id="{173FDB7E-F5CA-497D-95CF-7A00D6789CF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8" name="Freeform 87">
                  <a:extLst>
                    <a:ext uri="{FF2B5EF4-FFF2-40B4-BE49-F238E27FC236}">
                      <a16:creationId xmlns:a16="http://schemas.microsoft.com/office/drawing/2014/main" id="{42266BB1-5605-4F64-B071-80A97BAD9C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79" name="Freeform 60">
                  <a:extLst>
                    <a:ext uri="{FF2B5EF4-FFF2-40B4-BE49-F238E27FC236}">
                      <a16:creationId xmlns:a16="http://schemas.microsoft.com/office/drawing/2014/main" id="{90D15A2A-0F2D-4AB8-8252-303BA5DB3B0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0" name="Freeform 59">
                  <a:extLst>
                    <a:ext uri="{FF2B5EF4-FFF2-40B4-BE49-F238E27FC236}">
                      <a16:creationId xmlns:a16="http://schemas.microsoft.com/office/drawing/2014/main" id="{E676282C-5FCF-4E29-AE15-2545F1A685E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1" name="Freeform 62">
                  <a:extLst>
                    <a:ext uri="{FF2B5EF4-FFF2-40B4-BE49-F238E27FC236}">
                      <a16:creationId xmlns:a16="http://schemas.microsoft.com/office/drawing/2014/main" id="{AF7EC2A1-EAFC-4851-A4E3-47811C4456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2" name="Freeform 65">
                  <a:extLst>
                    <a:ext uri="{FF2B5EF4-FFF2-40B4-BE49-F238E27FC236}">
                      <a16:creationId xmlns:a16="http://schemas.microsoft.com/office/drawing/2014/main" id="{6F9BD94B-F299-45D3-B66E-F20FBC9246D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3" name="Freeform 79">
                  <a:extLst>
                    <a:ext uri="{FF2B5EF4-FFF2-40B4-BE49-F238E27FC236}">
                      <a16:creationId xmlns:a16="http://schemas.microsoft.com/office/drawing/2014/main" id="{50E616C9-EAB1-4990-B569-17C6CB0889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4" name="Freeform 82">
                  <a:extLst>
                    <a:ext uri="{FF2B5EF4-FFF2-40B4-BE49-F238E27FC236}">
                      <a16:creationId xmlns:a16="http://schemas.microsoft.com/office/drawing/2014/main" id="{2F983FB0-2CC2-4D5F-A331-4130F138E9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5" name="Freeform 85">
                  <a:extLst>
                    <a:ext uri="{FF2B5EF4-FFF2-40B4-BE49-F238E27FC236}">
                      <a16:creationId xmlns:a16="http://schemas.microsoft.com/office/drawing/2014/main" id="{B1ABC269-0802-4C4A-9E57-6F876F122C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86" name="Freeform 88">
                  <a:extLst>
                    <a:ext uri="{FF2B5EF4-FFF2-40B4-BE49-F238E27FC236}">
                      <a16:creationId xmlns:a16="http://schemas.microsoft.com/office/drawing/2014/main" id="{233153AF-C5CF-40DD-9E5E-9B84272F46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187" name="Group 186">
                  <a:extLst>
                    <a:ext uri="{FF2B5EF4-FFF2-40B4-BE49-F238E27FC236}">
                      <a16:creationId xmlns:a16="http://schemas.microsoft.com/office/drawing/2014/main" id="{95E220B7-17F2-4748-A337-3B8D5886038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188" name="Line 63">
                    <a:extLst>
                      <a:ext uri="{FF2B5EF4-FFF2-40B4-BE49-F238E27FC236}">
                        <a16:creationId xmlns:a16="http://schemas.microsoft.com/office/drawing/2014/main" id="{63DC02CB-E162-45FD-AF68-0A1DB537F40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89" name="Line 66">
                    <a:extLst>
                      <a:ext uri="{FF2B5EF4-FFF2-40B4-BE49-F238E27FC236}">
                        <a16:creationId xmlns:a16="http://schemas.microsoft.com/office/drawing/2014/main" id="{4D9CBADA-7016-4987-B723-F7AE8E2E57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0" name="Line 67">
                    <a:extLst>
                      <a:ext uri="{FF2B5EF4-FFF2-40B4-BE49-F238E27FC236}">
                        <a16:creationId xmlns:a16="http://schemas.microsoft.com/office/drawing/2014/main" id="{1DCEDCA0-F979-4B3C-A0CA-F98F2DEE892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1" name="Line 80">
                    <a:extLst>
                      <a:ext uri="{FF2B5EF4-FFF2-40B4-BE49-F238E27FC236}">
                        <a16:creationId xmlns:a16="http://schemas.microsoft.com/office/drawing/2014/main" id="{1B701ADB-B6EB-4BED-8D15-F358A67EC9F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2" name="Line 83">
                    <a:extLst>
                      <a:ext uri="{FF2B5EF4-FFF2-40B4-BE49-F238E27FC236}">
                        <a16:creationId xmlns:a16="http://schemas.microsoft.com/office/drawing/2014/main" id="{239EB39D-EF7A-4284-83B8-904957045D8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3" name="Line 86">
                    <a:extLst>
                      <a:ext uri="{FF2B5EF4-FFF2-40B4-BE49-F238E27FC236}">
                        <a16:creationId xmlns:a16="http://schemas.microsoft.com/office/drawing/2014/main" id="{59413AC3-6F9D-431E-8136-F15C0FCA62A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94" name="Line 89">
                    <a:extLst>
                      <a:ext uri="{FF2B5EF4-FFF2-40B4-BE49-F238E27FC236}">
                        <a16:creationId xmlns:a16="http://schemas.microsoft.com/office/drawing/2014/main" id="{987DF8D6-E53D-4C41-B339-1E5094638FA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66036562-1199-405F-B95A-C3A543B5DB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C4C4997E-6944-4940-8B33-92DB90BCE3A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169" name="Straight Connector 168">
                    <a:extLst>
                      <a:ext uri="{FF2B5EF4-FFF2-40B4-BE49-F238E27FC236}">
                        <a16:creationId xmlns:a16="http://schemas.microsoft.com/office/drawing/2014/main" id="{0A44DA53-5DA1-44E2-8EB4-F53CC84C9F2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0" name="Straight Connector 169">
                    <a:extLst>
                      <a:ext uri="{FF2B5EF4-FFF2-40B4-BE49-F238E27FC236}">
                        <a16:creationId xmlns:a16="http://schemas.microsoft.com/office/drawing/2014/main" id="{F072B3FF-FEA5-46BC-8627-9B46C5F3967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1" name="Rectangle 30">
                    <a:extLst>
                      <a:ext uri="{FF2B5EF4-FFF2-40B4-BE49-F238E27FC236}">
                        <a16:creationId xmlns:a16="http://schemas.microsoft.com/office/drawing/2014/main" id="{FB18587D-1BDA-4D28-9B48-3C37C764B66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72" name="Rectangle 30">
                    <a:extLst>
                      <a:ext uri="{FF2B5EF4-FFF2-40B4-BE49-F238E27FC236}">
                        <a16:creationId xmlns:a16="http://schemas.microsoft.com/office/drawing/2014/main" id="{8CFE033B-F34F-4836-B6F3-93E6C7D9C5C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07F79761-CFAA-4330-8067-31EC1DC3E1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67" name="Freeform: Shape 166">
                    <a:extLst>
                      <a:ext uri="{FF2B5EF4-FFF2-40B4-BE49-F238E27FC236}">
                        <a16:creationId xmlns:a16="http://schemas.microsoft.com/office/drawing/2014/main" id="{8A0BC496-427B-4836-B989-97B0673D8F5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8" name="Freeform: Shape 167">
                    <a:extLst>
                      <a:ext uri="{FF2B5EF4-FFF2-40B4-BE49-F238E27FC236}">
                        <a16:creationId xmlns:a16="http://schemas.microsoft.com/office/drawing/2014/main" id="{A0D554E1-33ED-415C-BF15-FC38D2E33C7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D1F1EE7D-C5FF-46EA-AB9C-94E1F2D9B7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61" name="Group 160">
                  <a:extLst>
                    <a:ext uri="{FF2B5EF4-FFF2-40B4-BE49-F238E27FC236}">
                      <a16:creationId xmlns:a16="http://schemas.microsoft.com/office/drawing/2014/main" id="{2AC2FE37-AED7-4C81-A52E-FD105C1BDA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3" name="Freeform 68">
                    <a:extLst>
                      <a:ext uri="{FF2B5EF4-FFF2-40B4-BE49-F238E27FC236}">
                        <a16:creationId xmlns:a16="http://schemas.microsoft.com/office/drawing/2014/main" id="{AB34FC05-3259-4BE2-8DA9-91435FAFCE7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64" name="Freeform 69">
                    <a:extLst>
                      <a:ext uri="{FF2B5EF4-FFF2-40B4-BE49-F238E27FC236}">
                        <a16:creationId xmlns:a16="http://schemas.microsoft.com/office/drawing/2014/main" id="{AC11598E-3FD2-47F3-8E57-D5D6130DBC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62" name="Line 70">
                  <a:extLst>
                    <a:ext uri="{FF2B5EF4-FFF2-40B4-BE49-F238E27FC236}">
                      <a16:creationId xmlns:a16="http://schemas.microsoft.com/office/drawing/2014/main" id="{37D098FA-73CF-44E6-B612-7DE664E5DE0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66672930-1A30-4508-A9D2-FA4271C6B1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11158635" y="5515533"/>
                <a:ext cx="317159" cy="932400"/>
                <a:chOff x="6376988" y="280988"/>
                <a:chExt cx="633413" cy="1862138"/>
              </a:xfrm>
            </p:grpSpPr>
            <p:sp>
              <p:nvSpPr>
                <p:cNvPr id="158" name="Freeform 68">
                  <a:extLst>
                    <a:ext uri="{FF2B5EF4-FFF2-40B4-BE49-F238E27FC236}">
                      <a16:creationId xmlns:a16="http://schemas.microsoft.com/office/drawing/2014/main" id="{174F3D5B-9943-4A8B-8699-ABB2B7991B8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376988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59" name="Freeform 69">
                  <a:extLst>
                    <a:ext uri="{FF2B5EF4-FFF2-40B4-BE49-F238E27FC236}">
                      <a16:creationId xmlns:a16="http://schemas.microsoft.com/office/drawing/2014/main" id="{6834DCA2-951C-4A9B-8490-5C7BD0FFBB9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696076" y="280988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60" name="Line 70">
                  <a:extLst>
                    <a:ext uri="{FF2B5EF4-FFF2-40B4-BE49-F238E27FC236}">
                      <a16:creationId xmlns:a16="http://schemas.microsoft.com/office/drawing/2014/main" id="{316B6CF4-BCF3-4765-B744-A1EB5A76D33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696076" y="280988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BAD99054-FC47-4391-9369-B309A0AA25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51633" y="4274501"/>
                <a:ext cx="903599" cy="2160000"/>
                <a:chOff x="9057947" y="3423463"/>
                <a:chExt cx="903599" cy="2160000"/>
              </a:xfrm>
            </p:grpSpPr>
            <p:grpSp>
              <p:nvGrpSpPr>
                <p:cNvPr id="151" name="Group 150">
                  <a:extLst>
                    <a:ext uri="{FF2B5EF4-FFF2-40B4-BE49-F238E27FC236}">
                      <a16:creationId xmlns:a16="http://schemas.microsoft.com/office/drawing/2014/main" id="{1A1CDB94-FE6F-4AAC-94D9-DDCEC703B12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057947" y="3432856"/>
                  <a:ext cx="903599" cy="1872461"/>
                  <a:chOff x="10538626" y="3165838"/>
                  <a:chExt cx="936000" cy="1939601"/>
                </a:xfrm>
              </p:grpSpPr>
              <p:sp>
                <p:nvSpPr>
                  <p:cNvPr id="156" name="Freeform: Shape 155">
                    <a:extLst>
                      <a:ext uri="{FF2B5EF4-FFF2-40B4-BE49-F238E27FC236}">
                        <a16:creationId xmlns:a16="http://schemas.microsoft.com/office/drawing/2014/main" id="{99B22DCB-54E6-4769-9DD7-3736B4041B2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538626" y="3183996"/>
                    <a:ext cx="453600" cy="1920288"/>
                  </a:xfrm>
                  <a:custGeom>
                    <a:avLst/>
                    <a:gdLst>
                      <a:gd name="connsiteX0" fmla="*/ 453600 w 453600"/>
                      <a:gd name="connsiteY0" fmla="*/ 0 h 1920288"/>
                      <a:gd name="connsiteX1" fmla="*/ 453600 w 453600"/>
                      <a:gd name="connsiteY1" fmla="*/ 1920288 h 1920288"/>
                      <a:gd name="connsiteX2" fmla="*/ 384059 w 453600"/>
                      <a:gd name="connsiteY2" fmla="*/ 1914152 h 1920288"/>
                      <a:gd name="connsiteX3" fmla="*/ 9354 w 453600"/>
                      <a:gd name="connsiteY3" fmla="*/ 1548700 h 1920288"/>
                      <a:gd name="connsiteX4" fmla="*/ 0 w 453600"/>
                      <a:gd name="connsiteY4" fmla="*/ 1455902 h 1920288"/>
                      <a:gd name="connsiteX5" fmla="*/ 146 w 453600"/>
                      <a:gd name="connsiteY5" fmla="*/ 1451885 h 1920288"/>
                      <a:gd name="connsiteX6" fmla="*/ 145 w 453600"/>
                      <a:gd name="connsiteY6" fmla="*/ 1451885 h 1920288"/>
                      <a:gd name="connsiteX7" fmla="*/ 7358 w 453600"/>
                      <a:gd name="connsiteY7" fmla="*/ 1253678 h 1920288"/>
                      <a:gd name="connsiteX8" fmla="*/ 424671 w 453600"/>
                      <a:gd name="connsiteY8" fmla="*/ 36480 h 1920288"/>
                      <a:gd name="connsiteX9" fmla="*/ 453600 w 453600"/>
                      <a:gd name="connsiteY9" fmla="*/ 0 h 1920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53600" h="1920288">
                        <a:moveTo>
                          <a:pt x="453600" y="0"/>
                        </a:moveTo>
                        <a:lnTo>
                          <a:pt x="453600" y="1920288"/>
                        </a:lnTo>
                        <a:lnTo>
                          <a:pt x="384059" y="1914152"/>
                        </a:lnTo>
                        <a:cubicBezTo>
                          <a:pt x="196308" y="1880615"/>
                          <a:pt x="47443" y="1734834"/>
                          <a:pt x="9354" y="1548700"/>
                        </a:cubicBezTo>
                        <a:lnTo>
                          <a:pt x="0" y="1455902"/>
                        </a:lnTo>
                        <a:lnTo>
                          <a:pt x="146" y="1451885"/>
                        </a:lnTo>
                        <a:lnTo>
                          <a:pt x="145" y="1451885"/>
                        </a:lnTo>
                        <a:lnTo>
                          <a:pt x="7358" y="1253678"/>
                        </a:lnTo>
                        <a:cubicBezTo>
                          <a:pt x="42019" y="780132"/>
                          <a:pt x="195015" y="355125"/>
                          <a:pt x="424671" y="36480"/>
                        </a:cubicBezTo>
                        <a:lnTo>
                          <a:pt x="453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7" name="Freeform: Shape 156">
                    <a:extLst>
                      <a:ext uri="{FF2B5EF4-FFF2-40B4-BE49-F238E27FC236}">
                        <a16:creationId xmlns:a16="http://schemas.microsoft.com/office/drawing/2014/main" id="{67DA3C33-5733-4571-AD7C-F9D7447D184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992226" y="3165838"/>
                    <a:ext cx="482400" cy="1939601"/>
                  </a:xfrm>
                  <a:custGeom>
                    <a:avLst/>
                    <a:gdLst>
                      <a:gd name="connsiteX0" fmla="*/ 14399 w 482400"/>
                      <a:gd name="connsiteY0" fmla="*/ 0 h 1939601"/>
                      <a:gd name="connsiteX1" fmla="*/ 14399 w 482400"/>
                      <a:gd name="connsiteY1" fmla="*/ 689615 h 1939601"/>
                      <a:gd name="connsiteX2" fmla="*/ 14400 w 482400"/>
                      <a:gd name="connsiteY2" fmla="*/ 689615 h 1939601"/>
                      <a:gd name="connsiteX3" fmla="*/ 14401 w 482400"/>
                      <a:gd name="connsiteY3" fmla="*/ 689615 h 1939601"/>
                      <a:gd name="connsiteX4" fmla="*/ 14401 w 482400"/>
                      <a:gd name="connsiteY4" fmla="*/ 0 h 1939601"/>
                      <a:gd name="connsiteX5" fmla="*/ 57729 w 482400"/>
                      <a:gd name="connsiteY5" fmla="*/ 54638 h 1939601"/>
                      <a:gd name="connsiteX6" fmla="*/ 475042 w 482400"/>
                      <a:gd name="connsiteY6" fmla="*/ 1271836 h 1939601"/>
                      <a:gd name="connsiteX7" fmla="*/ 482255 w 482400"/>
                      <a:gd name="connsiteY7" fmla="*/ 1470043 h 1939601"/>
                      <a:gd name="connsiteX8" fmla="*/ 482254 w 482400"/>
                      <a:gd name="connsiteY8" fmla="*/ 1470043 h 1939601"/>
                      <a:gd name="connsiteX9" fmla="*/ 482400 w 482400"/>
                      <a:gd name="connsiteY9" fmla="*/ 1474060 h 1939601"/>
                      <a:gd name="connsiteX10" fmla="*/ 473046 w 482400"/>
                      <a:gd name="connsiteY10" fmla="*/ 1566858 h 1939601"/>
                      <a:gd name="connsiteX11" fmla="*/ 15706 w 482400"/>
                      <a:gd name="connsiteY11" fmla="*/ 1939601 h 1939601"/>
                      <a:gd name="connsiteX12" fmla="*/ 14400 w 482400"/>
                      <a:gd name="connsiteY12" fmla="*/ 1939469 h 1939601"/>
                      <a:gd name="connsiteX13" fmla="*/ 13094 w 482400"/>
                      <a:gd name="connsiteY13" fmla="*/ 1939601 h 1939601"/>
                      <a:gd name="connsiteX14" fmla="*/ 0 w 482400"/>
                      <a:gd name="connsiteY14" fmla="*/ 1938446 h 1939601"/>
                      <a:gd name="connsiteX15" fmla="*/ 0 w 482400"/>
                      <a:gd name="connsiteY15" fmla="*/ 18158 h 1939601"/>
                      <a:gd name="connsiteX16" fmla="*/ 14399 w 482400"/>
                      <a:gd name="connsiteY16" fmla="*/ 0 h 193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2400" h="1939601">
                        <a:moveTo>
                          <a:pt x="14399" y="0"/>
                        </a:moveTo>
                        <a:lnTo>
                          <a:pt x="14399" y="689615"/>
                        </a:lnTo>
                        <a:lnTo>
                          <a:pt x="14400" y="689615"/>
                        </a:lnTo>
                        <a:lnTo>
                          <a:pt x="14401" y="689615"/>
                        </a:lnTo>
                        <a:lnTo>
                          <a:pt x="14401" y="0"/>
                        </a:lnTo>
                        <a:lnTo>
                          <a:pt x="57729" y="54638"/>
                        </a:lnTo>
                        <a:cubicBezTo>
                          <a:pt x="287385" y="373283"/>
                          <a:pt x="440381" y="798290"/>
                          <a:pt x="475042" y="1271836"/>
                        </a:cubicBezTo>
                        <a:lnTo>
                          <a:pt x="482255" y="1470043"/>
                        </a:lnTo>
                        <a:lnTo>
                          <a:pt x="482254" y="1470043"/>
                        </a:lnTo>
                        <a:lnTo>
                          <a:pt x="482400" y="1474060"/>
                        </a:lnTo>
                        <a:lnTo>
                          <a:pt x="473046" y="1566858"/>
                        </a:lnTo>
                        <a:cubicBezTo>
                          <a:pt x="429516" y="1779582"/>
                          <a:pt x="241298" y="1939601"/>
                          <a:pt x="15706" y="1939601"/>
                        </a:cubicBezTo>
                        <a:lnTo>
                          <a:pt x="14400" y="1939469"/>
                        </a:lnTo>
                        <a:lnTo>
                          <a:pt x="13094" y="1939601"/>
                        </a:lnTo>
                        <a:lnTo>
                          <a:pt x="0" y="1938446"/>
                        </a:lnTo>
                        <a:lnTo>
                          <a:pt x="0" y="18158"/>
                        </a:lnTo>
                        <a:lnTo>
                          <a:pt x="143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52" name="Group 151">
                  <a:extLst>
                    <a:ext uri="{FF2B5EF4-FFF2-40B4-BE49-F238E27FC236}">
                      <a16:creationId xmlns:a16="http://schemas.microsoft.com/office/drawing/2014/main" id="{DEACDE3F-3571-479B-8545-A0EB157DFB7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210264" y="3423463"/>
                  <a:ext cx="597126" cy="2160000"/>
                  <a:chOff x="9210264" y="3423463"/>
                  <a:chExt cx="597126" cy="2160000"/>
                </a:xfrm>
              </p:grpSpPr>
              <p:cxnSp>
                <p:nvCxnSpPr>
                  <p:cNvPr id="153" name="Straight Connector 152">
                    <a:extLst>
                      <a:ext uri="{FF2B5EF4-FFF2-40B4-BE49-F238E27FC236}">
                        <a16:creationId xmlns:a16="http://schemas.microsoft.com/office/drawing/2014/main" id="{0EBC688C-242B-4AF8-9A28-74C5D3A7DD7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>
                    <a:off x="9508827" y="3423463"/>
                    <a:ext cx="0" cy="216000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4" name="Rectangle 5">
                    <a:extLst>
                      <a:ext uri="{FF2B5EF4-FFF2-40B4-BE49-F238E27FC236}">
                        <a16:creationId xmlns:a16="http://schemas.microsoft.com/office/drawing/2014/main" id="{C4C8C45C-CEB8-4DEA-A7C9-8028747D4C2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10264" y="4162845"/>
                    <a:ext cx="597126" cy="597126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55" name="Rectangle 5">
                    <a:extLst>
                      <a:ext uri="{FF2B5EF4-FFF2-40B4-BE49-F238E27FC236}">
                        <a16:creationId xmlns:a16="http://schemas.microsoft.com/office/drawing/2014/main" id="{7FC624AF-D992-41C1-A403-A0A4731BE06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97710" y="3747070"/>
                    <a:ext cx="422234" cy="422234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F63171A4-E846-4A64-8292-3ED3583B6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2171191" y="712681"/>
              <a:ext cx="5539609" cy="5682348"/>
              <a:chOff x="6623433" y="457964"/>
              <a:chExt cx="5539609" cy="5682348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E59C66F3-BAB8-46AB-849B-0BC14A74B8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124" name="Freeform 64">
                  <a:extLst>
                    <a:ext uri="{FF2B5EF4-FFF2-40B4-BE49-F238E27FC236}">
                      <a16:creationId xmlns:a16="http://schemas.microsoft.com/office/drawing/2014/main" id="{68CD087B-52FF-4F11-A251-6F6A6B9093A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5" name="Freeform 81">
                  <a:extLst>
                    <a:ext uri="{FF2B5EF4-FFF2-40B4-BE49-F238E27FC236}">
                      <a16:creationId xmlns:a16="http://schemas.microsoft.com/office/drawing/2014/main" id="{7FD7CD23-A1FC-41E8-A563-0B0A87A8FC8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6" name="Freeform 61">
                  <a:extLst>
                    <a:ext uri="{FF2B5EF4-FFF2-40B4-BE49-F238E27FC236}">
                      <a16:creationId xmlns:a16="http://schemas.microsoft.com/office/drawing/2014/main" id="{A3A34481-695D-470B-9A01-A047EAA615B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7" name="Freeform 78">
                  <a:extLst>
                    <a:ext uri="{FF2B5EF4-FFF2-40B4-BE49-F238E27FC236}">
                      <a16:creationId xmlns:a16="http://schemas.microsoft.com/office/drawing/2014/main" id="{5B26EEFA-6CAA-4BF6-B4BD-7C083D59BF3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8" name="Freeform 84">
                  <a:extLst>
                    <a:ext uri="{FF2B5EF4-FFF2-40B4-BE49-F238E27FC236}">
                      <a16:creationId xmlns:a16="http://schemas.microsoft.com/office/drawing/2014/main" id="{61976329-310A-4F70-B22C-F032D4BF7E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9" name="Freeform 87">
                  <a:extLst>
                    <a:ext uri="{FF2B5EF4-FFF2-40B4-BE49-F238E27FC236}">
                      <a16:creationId xmlns:a16="http://schemas.microsoft.com/office/drawing/2014/main" id="{0A0DA1ED-70C5-4D8F-B61F-F6E9E07D59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0" name="Freeform 60">
                  <a:extLst>
                    <a:ext uri="{FF2B5EF4-FFF2-40B4-BE49-F238E27FC236}">
                      <a16:creationId xmlns:a16="http://schemas.microsoft.com/office/drawing/2014/main" id="{EDF58541-8ECC-487F-96C7-3267D0F9C8C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1" name="Freeform 59">
                  <a:extLst>
                    <a:ext uri="{FF2B5EF4-FFF2-40B4-BE49-F238E27FC236}">
                      <a16:creationId xmlns:a16="http://schemas.microsoft.com/office/drawing/2014/main" id="{D1DAAA62-5552-4436-97D9-353F629E8AB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2" name="Freeform 62">
                  <a:extLst>
                    <a:ext uri="{FF2B5EF4-FFF2-40B4-BE49-F238E27FC236}">
                      <a16:creationId xmlns:a16="http://schemas.microsoft.com/office/drawing/2014/main" id="{EBA1BB6B-72EF-4525-89A1-FC5BE70D71B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3" name="Freeform 65">
                  <a:extLst>
                    <a:ext uri="{FF2B5EF4-FFF2-40B4-BE49-F238E27FC236}">
                      <a16:creationId xmlns:a16="http://schemas.microsoft.com/office/drawing/2014/main" id="{D3BD4012-93F7-424A-9146-8E7E831D9E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4" name="Freeform 79">
                  <a:extLst>
                    <a:ext uri="{FF2B5EF4-FFF2-40B4-BE49-F238E27FC236}">
                      <a16:creationId xmlns:a16="http://schemas.microsoft.com/office/drawing/2014/main" id="{A2E36983-6A8E-4C78-AA27-363C0D676C8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5" name="Freeform 82">
                  <a:extLst>
                    <a:ext uri="{FF2B5EF4-FFF2-40B4-BE49-F238E27FC236}">
                      <a16:creationId xmlns:a16="http://schemas.microsoft.com/office/drawing/2014/main" id="{AB2380FC-F201-44F0-A531-1402201E4E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6" name="Freeform 85">
                  <a:extLst>
                    <a:ext uri="{FF2B5EF4-FFF2-40B4-BE49-F238E27FC236}">
                      <a16:creationId xmlns:a16="http://schemas.microsoft.com/office/drawing/2014/main" id="{737C3A27-BD47-4E93-A1E3-33B902DD068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7" name="Freeform 88">
                  <a:extLst>
                    <a:ext uri="{FF2B5EF4-FFF2-40B4-BE49-F238E27FC236}">
                      <a16:creationId xmlns:a16="http://schemas.microsoft.com/office/drawing/2014/main" id="{C257BCC6-B88D-4C3B-BEFD-25D320F39C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0519964D-597A-4E0C-B66C-89D30B8582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139" name="Line 63">
                    <a:extLst>
                      <a:ext uri="{FF2B5EF4-FFF2-40B4-BE49-F238E27FC236}">
                        <a16:creationId xmlns:a16="http://schemas.microsoft.com/office/drawing/2014/main" id="{A31BADE6-3732-4787-8841-96E8F05C0A9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0" name="Line 66">
                    <a:extLst>
                      <a:ext uri="{FF2B5EF4-FFF2-40B4-BE49-F238E27FC236}">
                        <a16:creationId xmlns:a16="http://schemas.microsoft.com/office/drawing/2014/main" id="{447ED593-61E3-4BD7-8984-7FE5621549D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1" name="Line 67">
                    <a:extLst>
                      <a:ext uri="{FF2B5EF4-FFF2-40B4-BE49-F238E27FC236}">
                        <a16:creationId xmlns:a16="http://schemas.microsoft.com/office/drawing/2014/main" id="{6AD98272-0FC0-49AC-9877-8D2BAA5148B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2" name="Line 80">
                    <a:extLst>
                      <a:ext uri="{FF2B5EF4-FFF2-40B4-BE49-F238E27FC236}">
                        <a16:creationId xmlns:a16="http://schemas.microsoft.com/office/drawing/2014/main" id="{D54770D9-48C7-4C76-9F40-65C9B9C05CE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3" name="Line 83">
                    <a:extLst>
                      <a:ext uri="{FF2B5EF4-FFF2-40B4-BE49-F238E27FC236}">
                        <a16:creationId xmlns:a16="http://schemas.microsoft.com/office/drawing/2014/main" id="{4B9C1A3A-3DED-4CC1-820C-16B358DF9EC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4" name="Line 86">
                    <a:extLst>
                      <a:ext uri="{FF2B5EF4-FFF2-40B4-BE49-F238E27FC236}">
                        <a16:creationId xmlns:a16="http://schemas.microsoft.com/office/drawing/2014/main" id="{2404A56E-8A81-48CB-9AC4-2CB6EA55DD7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45" name="Line 89">
                    <a:extLst>
                      <a:ext uri="{FF2B5EF4-FFF2-40B4-BE49-F238E27FC236}">
                        <a16:creationId xmlns:a16="http://schemas.microsoft.com/office/drawing/2014/main" id="{6D6A743B-85A5-41A8-9664-D654620D25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23DAD9FD-AF99-4D89-9BC8-E6739BD17A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16" name="Group 115">
                  <a:extLst>
                    <a:ext uri="{FF2B5EF4-FFF2-40B4-BE49-F238E27FC236}">
                      <a16:creationId xmlns:a16="http://schemas.microsoft.com/office/drawing/2014/main" id="{D7170781-0173-4FAB-8358-42C469FC51A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120" name="Straight Connector 119">
                    <a:extLst>
                      <a:ext uri="{FF2B5EF4-FFF2-40B4-BE49-F238E27FC236}">
                        <a16:creationId xmlns:a16="http://schemas.microsoft.com/office/drawing/2014/main" id="{03C55E22-B879-4AE0-BC46-BA8A4E950C5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Connector 120">
                    <a:extLst>
                      <a:ext uri="{FF2B5EF4-FFF2-40B4-BE49-F238E27FC236}">
                        <a16:creationId xmlns:a16="http://schemas.microsoft.com/office/drawing/2014/main" id="{AA07E073-1978-4DCC-9E5C-FF89EF524BF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2" name="Rectangle 30">
                    <a:extLst>
                      <a:ext uri="{FF2B5EF4-FFF2-40B4-BE49-F238E27FC236}">
                        <a16:creationId xmlns:a16="http://schemas.microsoft.com/office/drawing/2014/main" id="{5691F80E-D2E0-4E78-AA76-8D827AE4101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23" name="Rectangle 30">
                    <a:extLst>
                      <a:ext uri="{FF2B5EF4-FFF2-40B4-BE49-F238E27FC236}">
                        <a16:creationId xmlns:a16="http://schemas.microsoft.com/office/drawing/2014/main" id="{E34C55D1-5C55-44D3-9C26-E1951DA3937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17" name="Group 116">
                  <a:extLst>
                    <a:ext uri="{FF2B5EF4-FFF2-40B4-BE49-F238E27FC236}">
                      <a16:creationId xmlns:a16="http://schemas.microsoft.com/office/drawing/2014/main" id="{4C9CB0E6-07EF-4140-926D-D380C1A88EB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18" name="Freeform: Shape 117">
                    <a:extLst>
                      <a:ext uri="{FF2B5EF4-FFF2-40B4-BE49-F238E27FC236}">
                        <a16:creationId xmlns:a16="http://schemas.microsoft.com/office/drawing/2014/main" id="{263BBD78-504D-435B-8933-2C460DC38E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9" name="Freeform: Shape 118">
                    <a:extLst>
                      <a:ext uri="{FF2B5EF4-FFF2-40B4-BE49-F238E27FC236}">
                        <a16:creationId xmlns:a16="http://schemas.microsoft.com/office/drawing/2014/main" id="{1AD78D29-1FCF-4E88-A958-924F701D5E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EA551A3F-69EF-45CC-87F7-867808A3FA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12" name="Group 111">
                  <a:extLst>
                    <a:ext uri="{FF2B5EF4-FFF2-40B4-BE49-F238E27FC236}">
                      <a16:creationId xmlns:a16="http://schemas.microsoft.com/office/drawing/2014/main" id="{12724B09-E74E-49FA-BB5D-583BB89B798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14" name="Freeform 68">
                    <a:extLst>
                      <a:ext uri="{FF2B5EF4-FFF2-40B4-BE49-F238E27FC236}">
                        <a16:creationId xmlns:a16="http://schemas.microsoft.com/office/drawing/2014/main" id="{DA2788BF-64AD-4328-8CB9-8C2C98CF54E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15" name="Freeform 69">
                    <a:extLst>
                      <a:ext uri="{FF2B5EF4-FFF2-40B4-BE49-F238E27FC236}">
                        <a16:creationId xmlns:a16="http://schemas.microsoft.com/office/drawing/2014/main" id="{D9591CB5-16C9-44FC-B125-529D33F91BF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13" name="Line 70">
                  <a:extLst>
                    <a:ext uri="{FF2B5EF4-FFF2-40B4-BE49-F238E27FC236}">
                      <a16:creationId xmlns:a16="http://schemas.microsoft.com/office/drawing/2014/main" id="{4F82A945-38F0-45AF-A28A-C6A0E6A2E7F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80FA6744-F48F-4652-86E5-BA3ABEF322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11158635" y="5515533"/>
                <a:ext cx="317159" cy="932400"/>
                <a:chOff x="6376988" y="280988"/>
                <a:chExt cx="633413" cy="1862138"/>
              </a:xfrm>
            </p:grpSpPr>
            <p:sp>
              <p:nvSpPr>
                <p:cNvPr id="109" name="Freeform 68">
                  <a:extLst>
                    <a:ext uri="{FF2B5EF4-FFF2-40B4-BE49-F238E27FC236}">
                      <a16:creationId xmlns:a16="http://schemas.microsoft.com/office/drawing/2014/main" id="{FAC3DEAD-5797-4CA1-A8F2-3F487AAC6B1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376988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0" name="Freeform 69">
                  <a:extLst>
                    <a:ext uri="{FF2B5EF4-FFF2-40B4-BE49-F238E27FC236}">
                      <a16:creationId xmlns:a16="http://schemas.microsoft.com/office/drawing/2014/main" id="{F9AF9D64-C9FB-4D32-993D-3423A2E55EE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696076" y="280988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1" name="Line 70">
                  <a:extLst>
                    <a:ext uri="{FF2B5EF4-FFF2-40B4-BE49-F238E27FC236}">
                      <a16:creationId xmlns:a16="http://schemas.microsoft.com/office/drawing/2014/main" id="{9097AC72-422F-4CE0-A772-A63E2294ACD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696076" y="280988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1A6B3F4D-48A0-4FC2-8720-2606D6AA04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51633" y="4274501"/>
                <a:ext cx="903599" cy="2160000"/>
                <a:chOff x="9057947" y="3423463"/>
                <a:chExt cx="903599" cy="2160000"/>
              </a:xfrm>
            </p:grpSpPr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67E4FA26-563D-4D19-BAEB-A370818E51A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057947" y="3432856"/>
                  <a:ext cx="903599" cy="1872461"/>
                  <a:chOff x="10538626" y="3165838"/>
                  <a:chExt cx="936000" cy="1939601"/>
                </a:xfrm>
              </p:grpSpPr>
              <p:sp>
                <p:nvSpPr>
                  <p:cNvPr id="107" name="Freeform: Shape 106">
                    <a:extLst>
                      <a:ext uri="{FF2B5EF4-FFF2-40B4-BE49-F238E27FC236}">
                        <a16:creationId xmlns:a16="http://schemas.microsoft.com/office/drawing/2014/main" id="{03B51AAC-6B1D-43D1-8885-402653BA90F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538626" y="3183996"/>
                    <a:ext cx="453600" cy="1920288"/>
                  </a:xfrm>
                  <a:custGeom>
                    <a:avLst/>
                    <a:gdLst>
                      <a:gd name="connsiteX0" fmla="*/ 453600 w 453600"/>
                      <a:gd name="connsiteY0" fmla="*/ 0 h 1920288"/>
                      <a:gd name="connsiteX1" fmla="*/ 453600 w 453600"/>
                      <a:gd name="connsiteY1" fmla="*/ 1920288 h 1920288"/>
                      <a:gd name="connsiteX2" fmla="*/ 384059 w 453600"/>
                      <a:gd name="connsiteY2" fmla="*/ 1914152 h 1920288"/>
                      <a:gd name="connsiteX3" fmla="*/ 9354 w 453600"/>
                      <a:gd name="connsiteY3" fmla="*/ 1548700 h 1920288"/>
                      <a:gd name="connsiteX4" fmla="*/ 0 w 453600"/>
                      <a:gd name="connsiteY4" fmla="*/ 1455902 h 1920288"/>
                      <a:gd name="connsiteX5" fmla="*/ 146 w 453600"/>
                      <a:gd name="connsiteY5" fmla="*/ 1451885 h 1920288"/>
                      <a:gd name="connsiteX6" fmla="*/ 145 w 453600"/>
                      <a:gd name="connsiteY6" fmla="*/ 1451885 h 1920288"/>
                      <a:gd name="connsiteX7" fmla="*/ 7358 w 453600"/>
                      <a:gd name="connsiteY7" fmla="*/ 1253678 h 1920288"/>
                      <a:gd name="connsiteX8" fmla="*/ 424671 w 453600"/>
                      <a:gd name="connsiteY8" fmla="*/ 36480 h 1920288"/>
                      <a:gd name="connsiteX9" fmla="*/ 453600 w 453600"/>
                      <a:gd name="connsiteY9" fmla="*/ 0 h 1920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53600" h="1920288">
                        <a:moveTo>
                          <a:pt x="453600" y="0"/>
                        </a:moveTo>
                        <a:lnTo>
                          <a:pt x="453600" y="1920288"/>
                        </a:lnTo>
                        <a:lnTo>
                          <a:pt x="384059" y="1914152"/>
                        </a:lnTo>
                        <a:cubicBezTo>
                          <a:pt x="196308" y="1880615"/>
                          <a:pt x="47443" y="1734834"/>
                          <a:pt x="9354" y="1548700"/>
                        </a:cubicBezTo>
                        <a:lnTo>
                          <a:pt x="0" y="1455902"/>
                        </a:lnTo>
                        <a:lnTo>
                          <a:pt x="146" y="1451885"/>
                        </a:lnTo>
                        <a:lnTo>
                          <a:pt x="145" y="1451885"/>
                        </a:lnTo>
                        <a:lnTo>
                          <a:pt x="7358" y="1253678"/>
                        </a:lnTo>
                        <a:cubicBezTo>
                          <a:pt x="42019" y="780132"/>
                          <a:pt x="195015" y="355125"/>
                          <a:pt x="424671" y="36480"/>
                        </a:cubicBezTo>
                        <a:lnTo>
                          <a:pt x="453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8" name="Freeform: Shape 107">
                    <a:extLst>
                      <a:ext uri="{FF2B5EF4-FFF2-40B4-BE49-F238E27FC236}">
                        <a16:creationId xmlns:a16="http://schemas.microsoft.com/office/drawing/2014/main" id="{CF4180FB-7FBD-421F-A284-4C2CC61B384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992226" y="3165838"/>
                    <a:ext cx="482400" cy="1939601"/>
                  </a:xfrm>
                  <a:custGeom>
                    <a:avLst/>
                    <a:gdLst>
                      <a:gd name="connsiteX0" fmla="*/ 14399 w 482400"/>
                      <a:gd name="connsiteY0" fmla="*/ 0 h 1939601"/>
                      <a:gd name="connsiteX1" fmla="*/ 14399 w 482400"/>
                      <a:gd name="connsiteY1" fmla="*/ 689615 h 1939601"/>
                      <a:gd name="connsiteX2" fmla="*/ 14400 w 482400"/>
                      <a:gd name="connsiteY2" fmla="*/ 689615 h 1939601"/>
                      <a:gd name="connsiteX3" fmla="*/ 14401 w 482400"/>
                      <a:gd name="connsiteY3" fmla="*/ 689615 h 1939601"/>
                      <a:gd name="connsiteX4" fmla="*/ 14401 w 482400"/>
                      <a:gd name="connsiteY4" fmla="*/ 0 h 1939601"/>
                      <a:gd name="connsiteX5" fmla="*/ 57729 w 482400"/>
                      <a:gd name="connsiteY5" fmla="*/ 54638 h 1939601"/>
                      <a:gd name="connsiteX6" fmla="*/ 475042 w 482400"/>
                      <a:gd name="connsiteY6" fmla="*/ 1271836 h 1939601"/>
                      <a:gd name="connsiteX7" fmla="*/ 482255 w 482400"/>
                      <a:gd name="connsiteY7" fmla="*/ 1470043 h 1939601"/>
                      <a:gd name="connsiteX8" fmla="*/ 482254 w 482400"/>
                      <a:gd name="connsiteY8" fmla="*/ 1470043 h 1939601"/>
                      <a:gd name="connsiteX9" fmla="*/ 482400 w 482400"/>
                      <a:gd name="connsiteY9" fmla="*/ 1474060 h 1939601"/>
                      <a:gd name="connsiteX10" fmla="*/ 473046 w 482400"/>
                      <a:gd name="connsiteY10" fmla="*/ 1566858 h 1939601"/>
                      <a:gd name="connsiteX11" fmla="*/ 15706 w 482400"/>
                      <a:gd name="connsiteY11" fmla="*/ 1939601 h 1939601"/>
                      <a:gd name="connsiteX12" fmla="*/ 14400 w 482400"/>
                      <a:gd name="connsiteY12" fmla="*/ 1939469 h 1939601"/>
                      <a:gd name="connsiteX13" fmla="*/ 13094 w 482400"/>
                      <a:gd name="connsiteY13" fmla="*/ 1939601 h 1939601"/>
                      <a:gd name="connsiteX14" fmla="*/ 0 w 482400"/>
                      <a:gd name="connsiteY14" fmla="*/ 1938446 h 1939601"/>
                      <a:gd name="connsiteX15" fmla="*/ 0 w 482400"/>
                      <a:gd name="connsiteY15" fmla="*/ 18158 h 1939601"/>
                      <a:gd name="connsiteX16" fmla="*/ 14399 w 482400"/>
                      <a:gd name="connsiteY16" fmla="*/ 0 h 193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2400" h="1939601">
                        <a:moveTo>
                          <a:pt x="14399" y="0"/>
                        </a:moveTo>
                        <a:lnTo>
                          <a:pt x="14399" y="689615"/>
                        </a:lnTo>
                        <a:lnTo>
                          <a:pt x="14400" y="689615"/>
                        </a:lnTo>
                        <a:lnTo>
                          <a:pt x="14401" y="689615"/>
                        </a:lnTo>
                        <a:lnTo>
                          <a:pt x="14401" y="0"/>
                        </a:lnTo>
                        <a:lnTo>
                          <a:pt x="57729" y="54638"/>
                        </a:lnTo>
                        <a:cubicBezTo>
                          <a:pt x="287385" y="373283"/>
                          <a:pt x="440381" y="798290"/>
                          <a:pt x="475042" y="1271836"/>
                        </a:cubicBezTo>
                        <a:lnTo>
                          <a:pt x="482255" y="1470043"/>
                        </a:lnTo>
                        <a:lnTo>
                          <a:pt x="482254" y="1470043"/>
                        </a:lnTo>
                        <a:lnTo>
                          <a:pt x="482400" y="1474060"/>
                        </a:lnTo>
                        <a:lnTo>
                          <a:pt x="473046" y="1566858"/>
                        </a:lnTo>
                        <a:cubicBezTo>
                          <a:pt x="429516" y="1779582"/>
                          <a:pt x="241298" y="1939601"/>
                          <a:pt x="15706" y="1939601"/>
                        </a:cubicBezTo>
                        <a:lnTo>
                          <a:pt x="14400" y="1939469"/>
                        </a:lnTo>
                        <a:lnTo>
                          <a:pt x="13094" y="1939601"/>
                        </a:lnTo>
                        <a:lnTo>
                          <a:pt x="0" y="1938446"/>
                        </a:lnTo>
                        <a:lnTo>
                          <a:pt x="0" y="18158"/>
                        </a:lnTo>
                        <a:lnTo>
                          <a:pt x="143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28E615C5-6A2E-4BF3-A3A8-9061C5B1B84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210264" y="3423463"/>
                  <a:ext cx="597126" cy="2160000"/>
                  <a:chOff x="9210264" y="3423463"/>
                  <a:chExt cx="597126" cy="2160000"/>
                </a:xfrm>
              </p:grpSpPr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B15A4CEB-6B8D-48C3-8484-3EC282A34A1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>
                    <a:off x="9508827" y="3423463"/>
                    <a:ext cx="0" cy="216000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5" name="Rectangle 5">
                    <a:extLst>
                      <a:ext uri="{FF2B5EF4-FFF2-40B4-BE49-F238E27FC236}">
                        <a16:creationId xmlns:a16="http://schemas.microsoft.com/office/drawing/2014/main" id="{38F7FD7D-E582-4214-B1B3-D289130553F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10264" y="4162845"/>
                    <a:ext cx="597126" cy="597126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6" name="Rectangle 5">
                    <a:extLst>
                      <a:ext uri="{FF2B5EF4-FFF2-40B4-BE49-F238E27FC236}">
                        <a16:creationId xmlns:a16="http://schemas.microsoft.com/office/drawing/2014/main" id="{B74D1DAC-C0D4-447E-8665-EAFF34F4E3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97710" y="3747070"/>
                    <a:ext cx="422234" cy="422234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</p:grp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E5FA1-697B-6FB5-4F63-346DF5F1703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630067" y="3219450"/>
            <a:ext cx="4128934" cy="3092780"/>
          </a:xfrm>
        </p:spPr>
        <p:txBody>
          <a:bodyPr/>
          <a:lstStyle>
            <a:lvl1pPr marL="0" indent="0" algn="ctr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1pPr>
            <a:lvl2pPr marL="36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2pPr>
            <a:lvl3pPr marL="72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3pPr>
            <a:lvl4pPr marL="108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4pPr>
            <a:lvl5pPr marL="1440000" indent="0">
              <a:buNone/>
              <a:defRPr lang="en-US" sz="2000" kern="1200" spc="5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189466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4522" y="298564"/>
            <a:ext cx="4650901" cy="6260873"/>
          </a:xfrm>
        </p:spPr>
        <p:txBody>
          <a:bodyPr anchor="ctr">
            <a:no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44A4473-D4D4-4E24-B542-C5D63C28D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4CA4A32-A016-460F-8B99-22A5D265B4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84DB1BC2-B158-4DA5-9164-843E6B566C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7" name="Freeform 69">
                <a:extLst>
                  <a:ext uri="{FF2B5EF4-FFF2-40B4-BE49-F238E27FC236}">
                    <a16:creationId xmlns:a16="http://schemas.microsoft.com/office/drawing/2014/main" id="{751FDE2E-D749-401E-B3BA-66B2F52318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8" name="Line 70">
                <a:extLst>
                  <a:ext uri="{FF2B5EF4-FFF2-40B4-BE49-F238E27FC236}">
                    <a16:creationId xmlns:a16="http://schemas.microsoft.com/office/drawing/2014/main" id="{49546377-E2EE-4854-AA84-5575789BAF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4FCC465-42B8-456F-951F-8C51A42F9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D7F8A9A-8A53-4FD3-855C-C49B035CE8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AC347F99-AC7C-4DB2-8AAF-9E2A7AE629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4" name="Freeform 64">
                  <a:extLst>
                    <a:ext uri="{FF2B5EF4-FFF2-40B4-BE49-F238E27FC236}">
                      <a16:creationId xmlns:a16="http://schemas.microsoft.com/office/drawing/2014/main" id="{89B06C37-E219-479D-B324-0DC7D056517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5" name="Freeform 81">
                  <a:extLst>
                    <a:ext uri="{FF2B5EF4-FFF2-40B4-BE49-F238E27FC236}">
                      <a16:creationId xmlns:a16="http://schemas.microsoft.com/office/drawing/2014/main" id="{29A1D878-CEA2-41DC-8638-A852316726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6" name="Freeform 61">
                  <a:extLst>
                    <a:ext uri="{FF2B5EF4-FFF2-40B4-BE49-F238E27FC236}">
                      <a16:creationId xmlns:a16="http://schemas.microsoft.com/office/drawing/2014/main" id="{99394209-57ED-4126-A8DC-0862D1FA11E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7" name="Freeform 78">
                  <a:extLst>
                    <a:ext uri="{FF2B5EF4-FFF2-40B4-BE49-F238E27FC236}">
                      <a16:creationId xmlns:a16="http://schemas.microsoft.com/office/drawing/2014/main" id="{A48B0004-4618-4D71-88D1-A2FEE4F0AD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8" name="Freeform 84">
                  <a:extLst>
                    <a:ext uri="{FF2B5EF4-FFF2-40B4-BE49-F238E27FC236}">
                      <a16:creationId xmlns:a16="http://schemas.microsoft.com/office/drawing/2014/main" id="{4D1C172B-2446-428A-A518-FE1B5FCE0D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9" name="Freeform 87">
                  <a:extLst>
                    <a:ext uri="{FF2B5EF4-FFF2-40B4-BE49-F238E27FC236}">
                      <a16:creationId xmlns:a16="http://schemas.microsoft.com/office/drawing/2014/main" id="{E359C795-FCC1-401F-B0B6-F722AE632A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0" name="Freeform 60">
                  <a:extLst>
                    <a:ext uri="{FF2B5EF4-FFF2-40B4-BE49-F238E27FC236}">
                      <a16:creationId xmlns:a16="http://schemas.microsoft.com/office/drawing/2014/main" id="{8260D102-71BB-497E-A5CF-743FB59874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1" name="Freeform 59">
                  <a:extLst>
                    <a:ext uri="{FF2B5EF4-FFF2-40B4-BE49-F238E27FC236}">
                      <a16:creationId xmlns:a16="http://schemas.microsoft.com/office/drawing/2014/main" id="{811E3D98-A5FB-4BDE-A07D-A03EB898C67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2" name="Freeform 62">
                  <a:extLst>
                    <a:ext uri="{FF2B5EF4-FFF2-40B4-BE49-F238E27FC236}">
                      <a16:creationId xmlns:a16="http://schemas.microsoft.com/office/drawing/2014/main" id="{9E48CE7F-B4EF-4629-8706-6838C171EF0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3" name="Freeform 65">
                  <a:extLst>
                    <a:ext uri="{FF2B5EF4-FFF2-40B4-BE49-F238E27FC236}">
                      <a16:creationId xmlns:a16="http://schemas.microsoft.com/office/drawing/2014/main" id="{C8EBC77A-0887-4128-A73B-2C0165C6F94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4" name="Freeform 79">
                  <a:extLst>
                    <a:ext uri="{FF2B5EF4-FFF2-40B4-BE49-F238E27FC236}">
                      <a16:creationId xmlns:a16="http://schemas.microsoft.com/office/drawing/2014/main" id="{7AF3D400-AAAA-47BD-922E-AA3A2AFA30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5" name="Freeform 82">
                  <a:extLst>
                    <a:ext uri="{FF2B5EF4-FFF2-40B4-BE49-F238E27FC236}">
                      <a16:creationId xmlns:a16="http://schemas.microsoft.com/office/drawing/2014/main" id="{B0A3E6A0-609D-427D-9D34-E7CF184B453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6" name="Freeform 85">
                  <a:extLst>
                    <a:ext uri="{FF2B5EF4-FFF2-40B4-BE49-F238E27FC236}">
                      <a16:creationId xmlns:a16="http://schemas.microsoft.com/office/drawing/2014/main" id="{DDE08965-A3F4-426A-924B-102A6F6FE2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7" name="Freeform 88">
                  <a:extLst>
                    <a:ext uri="{FF2B5EF4-FFF2-40B4-BE49-F238E27FC236}">
                      <a16:creationId xmlns:a16="http://schemas.microsoft.com/office/drawing/2014/main" id="{13FA8E6E-7F53-47E9-9BF8-1CD3130F42B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7A8A9991-EF8F-4128-9DB7-A2FA8CF2F6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79" name="Line 63">
                    <a:extLst>
                      <a:ext uri="{FF2B5EF4-FFF2-40B4-BE49-F238E27FC236}">
                        <a16:creationId xmlns:a16="http://schemas.microsoft.com/office/drawing/2014/main" id="{41E966B6-186E-4D17-B570-969B6951AC0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0" name="Line 66">
                    <a:extLst>
                      <a:ext uri="{FF2B5EF4-FFF2-40B4-BE49-F238E27FC236}">
                        <a16:creationId xmlns:a16="http://schemas.microsoft.com/office/drawing/2014/main" id="{918B08AD-5F3C-4FC5-8998-8524763C750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1" name="Line 67">
                    <a:extLst>
                      <a:ext uri="{FF2B5EF4-FFF2-40B4-BE49-F238E27FC236}">
                        <a16:creationId xmlns:a16="http://schemas.microsoft.com/office/drawing/2014/main" id="{EDF72260-B0A1-47A1-9459-FDF4600ACA6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2" name="Line 80">
                    <a:extLst>
                      <a:ext uri="{FF2B5EF4-FFF2-40B4-BE49-F238E27FC236}">
                        <a16:creationId xmlns:a16="http://schemas.microsoft.com/office/drawing/2014/main" id="{C6A7FA58-53F7-4C2F-96D5-E97BB3CC679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3" name="Line 83">
                    <a:extLst>
                      <a:ext uri="{FF2B5EF4-FFF2-40B4-BE49-F238E27FC236}">
                        <a16:creationId xmlns:a16="http://schemas.microsoft.com/office/drawing/2014/main" id="{1B986617-481E-450F-8FAD-CA3086A3E0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4" name="Line 86">
                    <a:extLst>
                      <a:ext uri="{FF2B5EF4-FFF2-40B4-BE49-F238E27FC236}">
                        <a16:creationId xmlns:a16="http://schemas.microsoft.com/office/drawing/2014/main" id="{4D24CAEB-B2FE-4796-8E6E-DB5148C380F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5" name="Line 89">
                    <a:extLst>
                      <a:ext uri="{FF2B5EF4-FFF2-40B4-BE49-F238E27FC236}">
                        <a16:creationId xmlns:a16="http://schemas.microsoft.com/office/drawing/2014/main" id="{3D577B03-E6D9-4FFA-A799-E504CBF8D7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43509C13-FDEE-45B0-B954-D80D6F38F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21FF647D-8D8A-43E8-A2E2-46D1117839F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7B8728B-0A45-4551-99F0-CF33B850DA5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CCFAA15D-9EFC-4A70-AC98-CB3EF00C3A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Rectangle 30">
                    <a:extLst>
                      <a:ext uri="{FF2B5EF4-FFF2-40B4-BE49-F238E27FC236}">
                        <a16:creationId xmlns:a16="http://schemas.microsoft.com/office/drawing/2014/main" id="{AD80CCBD-3F02-48A0-A24E-5971D22951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3" name="Rectangle 30">
                    <a:extLst>
                      <a:ext uri="{FF2B5EF4-FFF2-40B4-BE49-F238E27FC236}">
                        <a16:creationId xmlns:a16="http://schemas.microsoft.com/office/drawing/2014/main" id="{AB5B7D34-5A4E-48DE-8893-0F022E4CC95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2341ADC6-0CC2-46C0-BA6F-9D99136698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A93316DB-546B-41BA-AD1B-94D5C46702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35105C82-44C4-41C2-96AE-ADE6DD1D71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7A634F2-054C-4614-9ECB-96BE809893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1764AB7F-1912-4909-A04A-C8D125467E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4" name="Freeform 68">
                    <a:extLst>
                      <a:ext uri="{FF2B5EF4-FFF2-40B4-BE49-F238E27FC236}">
                        <a16:creationId xmlns:a16="http://schemas.microsoft.com/office/drawing/2014/main" id="{6B93639B-DE1C-4A46-A4B5-B88FD6FC20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55" name="Freeform 69">
                    <a:extLst>
                      <a:ext uri="{FF2B5EF4-FFF2-40B4-BE49-F238E27FC236}">
                        <a16:creationId xmlns:a16="http://schemas.microsoft.com/office/drawing/2014/main" id="{A6C5D17F-13E7-4861-A839-3C56ABD56C4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53" name="Line 70">
                  <a:extLst>
                    <a:ext uri="{FF2B5EF4-FFF2-40B4-BE49-F238E27FC236}">
                      <a16:creationId xmlns:a16="http://schemas.microsoft.com/office/drawing/2014/main" id="{1C343C91-0F9E-4530-939D-2D9F15DF4A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2109E9F-E572-4202-B7A6-630155DD5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4FF54B2-44F5-42F7-8353-111D80A8D2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19A2BBF4-4F54-4179-B672-AD4C8D58A3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26" name="Freeform 64">
                  <a:extLst>
                    <a:ext uri="{FF2B5EF4-FFF2-40B4-BE49-F238E27FC236}">
                      <a16:creationId xmlns:a16="http://schemas.microsoft.com/office/drawing/2014/main" id="{2F2D95CF-DAE2-4601-B9A6-233F4F2F30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" name="Freeform 81">
                  <a:extLst>
                    <a:ext uri="{FF2B5EF4-FFF2-40B4-BE49-F238E27FC236}">
                      <a16:creationId xmlns:a16="http://schemas.microsoft.com/office/drawing/2014/main" id="{3CD52B72-C30B-4570-A8AB-78CB884F8D0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61">
                  <a:extLst>
                    <a:ext uri="{FF2B5EF4-FFF2-40B4-BE49-F238E27FC236}">
                      <a16:creationId xmlns:a16="http://schemas.microsoft.com/office/drawing/2014/main" id="{696A9FBF-C89D-4CF9-A1DC-C0275A3B326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C50B0ACE-17B4-4F11-BA43-0159796B83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" name="Freeform 84">
                  <a:extLst>
                    <a:ext uri="{FF2B5EF4-FFF2-40B4-BE49-F238E27FC236}">
                      <a16:creationId xmlns:a16="http://schemas.microsoft.com/office/drawing/2014/main" id="{F0346B01-7019-48B2-9BE7-3E90F590FD6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" name="Freeform 87">
                  <a:extLst>
                    <a:ext uri="{FF2B5EF4-FFF2-40B4-BE49-F238E27FC236}">
                      <a16:creationId xmlns:a16="http://schemas.microsoft.com/office/drawing/2014/main" id="{5C186E4B-7559-4E95-9BDD-7DA75E0873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2" name="Freeform 60">
                  <a:extLst>
                    <a:ext uri="{FF2B5EF4-FFF2-40B4-BE49-F238E27FC236}">
                      <a16:creationId xmlns:a16="http://schemas.microsoft.com/office/drawing/2014/main" id="{4FFE117A-211E-4BD5-AB76-05026DEC6B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3" name="Freeform 59">
                  <a:extLst>
                    <a:ext uri="{FF2B5EF4-FFF2-40B4-BE49-F238E27FC236}">
                      <a16:creationId xmlns:a16="http://schemas.microsoft.com/office/drawing/2014/main" id="{5CC0C412-2859-4E97-924F-291318E6AD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4" name="Freeform 62">
                  <a:extLst>
                    <a:ext uri="{FF2B5EF4-FFF2-40B4-BE49-F238E27FC236}">
                      <a16:creationId xmlns:a16="http://schemas.microsoft.com/office/drawing/2014/main" id="{AECE441C-0FBF-4F02-9781-35F2487E3C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5" name="Freeform 65">
                  <a:extLst>
                    <a:ext uri="{FF2B5EF4-FFF2-40B4-BE49-F238E27FC236}">
                      <a16:creationId xmlns:a16="http://schemas.microsoft.com/office/drawing/2014/main" id="{951A4317-3E34-41B4-BCD9-E6E0627C18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6" name="Freeform 79">
                  <a:extLst>
                    <a:ext uri="{FF2B5EF4-FFF2-40B4-BE49-F238E27FC236}">
                      <a16:creationId xmlns:a16="http://schemas.microsoft.com/office/drawing/2014/main" id="{CE2D40E4-274B-4D43-801B-7B3BAF03E45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2D939FC8-6395-4DCB-B28C-2342BFB72F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8" name="Freeform 85">
                  <a:extLst>
                    <a:ext uri="{FF2B5EF4-FFF2-40B4-BE49-F238E27FC236}">
                      <a16:creationId xmlns:a16="http://schemas.microsoft.com/office/drawing/2014/main" id="{620FEEF2-AE91-48CA-8FE7-B50F83E1CF2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9" name="Freeform 88">
                  <a:extLst>
                    <a:ext uri="{FF2B5EF4-FFF2-40B4-BE49-F238E27FC236}">
                      <a16:creationId xmlns:a16="http://schemas.microsoft.com/office/drawing/2014/main" id="{27050D75-D26B-4BD3-A4A5-68DF13E9C1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37668160-F5BE-4756-B84F-C68992BC7A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E7F90261-4A5A-4C39-B4B3-FEBED04E345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2" name="Line 66">
                    <a:extLst>
                      <a:ext uri="{FF2B5EF4-FFF2-40B4-BE49-F238E27FC236}">
                        <a16:creationId xmlns:a16="http://schemas.microsoft.com/office/drawing/2014/main" id="{71681E7C-A7E8-4F01-9001-3FD1105E1B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3" name="Line 67">
                    <a:extLst>
                      <a:ext uri="{FF2B5EF4-FFF2-40B4-BE49-F238E27FC236}">
                        <a16:creationId xmlns:a16="http://schemas.microsoft.com/office/drawing/2014/main" id="{901B0597-C838-4481-A49D-E8D85B631C7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4" name="Line 80">
                    <a:extLst>
                      <a:ext uri="{FF2B5EF4-FFF2-40B4-BE49-F238E27FC236}">
                        <a16:creationId xmlns:a16="http://schemas.microsoft.com/office/drawing/2014/main" id="{23C2B0BF-A329-4A97-B3D5-545BC6813E2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5" name="Line 83">
                    <a:extLst>
                      <a:ext uri="{FF2B5EF4-FFF2-40B4-BE49-F238E27FC236}">
                        <a16:creationId xmlns:a16="http://schemas.microsoft.com/office/drawing/2014/main" id="{DBCCCA80-4FEE-4C79-8AF3-66B97054C84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6" name="Line 86">
                    <a:extLst>
                      <a:ext uri="{FF2B5EF4-FFF2-40B4-BE49-F238E27FC236}">
                        <a16:creationId xmlns:a16="http://schemas.microsoft.com/office/drawing/2014/main" id="{4B9AD13F-808D-4464-989B-F40B3E77B7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7" name="Line 89">
                    <a:extLst>
                      <a:ext uri="{FF2B5EF4-FFF2-40B4-BE49-F238E27FC236}">
                        <a16:creationId xmlns:a16="http://schemas.microsoft.com/office/drawing/2014/main" id="{076473B5-E30F-4635-8789-51368A971BD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EF568995-35CF-4C80-A63C-82B47F1BA1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99432608-19E2-4A3E-A68B-45C8E5DD47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127A2810-84DE-450A-986B-DE8AF8AE6F1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1A56ED6A-BBD4-4005-A99D-65BCF8047CC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30">
                    <a:extLst>
                      <a:ext uri="{FF2B5EF4-FFF2-40B4-BE49-F238E27FC236}">
                        <a16:creationId xmlns:a16="http://schemas.microsoft.com/office/drawing/2014/main" id="{CFC0629C-AFCE-4D39-87D5-36EF1FE5CF8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81F3517A-93AD-4DF3-BEC7-E607A73E5E2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4CBBC251-E8DD-438C-8733-7D65F461A4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6A94A4D4-EFFA-4AE2-B533-75F01F0F006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1F4B0E1D-2F9C-444A-ADBA-BDE9F01D8D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F5ACA0E-A5DF-4015-8FD4-FA7A53E9D1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5A4DCFFD-FD3C-42EA-862E-5B792D9020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0089A8F3-7530-4C17-848C-580015C3EDC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61D8EA0C-1521-4C6D-8C09-DD6D8F1F221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517033B6-6B8A-4BD6-9A52-BF9E9EFBD48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229122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999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17" r:id="rId13"/>
    <p:sldLayoutId id="2147483672" r:id="rId14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37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680">
          <p15:clr>
            <a:srgbClr val="F26B43"/>
          </p15:clr>
        </p15:guide>
        <p15:guide id="4" pos="7000">
          <p15:clr>
            <a:srgbClr val="F26B43"/>
          </p15:clr>
        </p15:guide>
        <p15:guide id="5" orient="horz" pos="679">
          <p15:clr>
            <a:srgbClr val="F26B43"/>
          </p15:clr>
        </p15:guide>
        <p15:guide id="6" orient="horz" pos="3640">
          <p15:clr>
            <a:srgbClr val="F26B43"/>
          </p15:clr>
        </p15:guide>
        <p15:guide id="7" pos="6644">
          <p15:clr>
            <a:srgbClr val="F26B43"/>
          </p15:clr>
        </p15:guide>
        <p15:guide id="8" pos="6289">
          <p15:clr>
            <a:srgbClr val="F26B43"/>
          </p15:clr>
        </p15:guide>
        <p15:guide id="9" pos="5945">
          <p15:clr>
            <a:srgbClr val="F26B43"/>
          </p15:clr>
        </p15:guide>
        <p15:guide id="10" pos="1391">
          <p15:clr>
            <a:srgbClr val="F26B43"/>
          </p15:clr>
        </p15:guide>
        <p15:guide id="11" pos="1032">
          <p15:clr>
            <a:srgbClr val="F26B43"/>
          </p15:clr>
        </p15:guide>
        <p15:guide id="12" pos="1732">
          <p15:clr>
            <a:srgbClr val="F26B43"/>
          </p15:clr>
        </p15:guide>
        <p15:guide id="13" pos="2084">
          <p15:clr>
            <a:srgbClr val="F26B43"/>
          </p15:clr>
        </p15:guide>
        <p15:guide id="14" pos="5596">
          <p15:clr>
            <a:srgbClr val="F26B43"/>
          </p15:clr>
        </p15:guide>
        <p15:guide id="15" pos="2436">
          <p15:clr>
            <a:srgbClr val="F26B43"/>
          </p15:clr>
        </p15:guide>
        <p15:guide id="16" pos="5244">
          <p15:clr>
            <a:srgbClr val="F26B43"/>
          </p15:clr>
        </p15:guide>
        <p15:guide id="17" pos="2792">
          <p15:clr>
            <a:srgbClr val="F26B43"/>
          </p15:clr>
        </p15:guide>
        <p15:guide id="18" pos="4892">
          <p15:clr>
            <a:srgbClr val="F26B43"/>
          </p15:clr>
        </p15:guide>
        <p15:guide id="19" pos="4543">
          <p15:clr>
            <a:srgbClr val="F26B43"/>
          </p15:clr>
        </p15:guide>
        <p15:guide id="20" pos="3488">
          <p15:clr>
            <a:srgbClr val="F26B43"/>
          </p15:clr>
        </p15:guide>
        <p15:guide id="21" pos="4192">
          <p15:clr>
            <a:srgbClr val="F26B43"/>
          </p15:clr>
        </p15:guide>
        <p15:guide id="22" pos="3840">
          <p15:clr>
            <a:srgbClr val="F26B43"/>
          </p15:clr>
        </p15:guide>
        <p15:guide id="23" pos="340">
          <p15:clr>
            <a:srgbClr val="A4A3A4"/>
          </p15:clr>
        </p15:guide>
        <p15:guide id="24" pos="7340">
          <p15:clr>
            <a:srgbClr val="A4A3A4"/>
          </p15:clr>
        </p15:guide>
        <p15:guide id="25" orient="horz" pos="1062">
          <p15:clr>
            <a:srgbClr val="5ACBF0"/>
          </p15:clr>
        </p15:guide>
        <p15:guide id="26" orient="horz" pos="3982">
          <p15:clr>
            <a:srgbClr val="A4A3A4"/>
          </p15:clr>
        </p15:guide>
        <p15:guide id="27" orient="horz" pos="338">
          <p15:clr>
            <a:srgbClr val="A4A3A4"/>
          </p15:clr>
        </p15:guide>
        <p15:guide id="28" orient="horz" pos="950">
          <p15:clr>
            <a:srgbClr val="5ACBF0"/>
          </p15:clr>
        </p15:guide>
        <p15:guide id="29" orient="horz" pos="249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2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 Hikes – Project 3</a:t>
            </a:r>
            <a:br>
              <a:rPr lang="en-US" sz="32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2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Housing Data Analysis</a:t>
            </a:r>
            <a:br>
              <a:rPr lang="en-US" sz="32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32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32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32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32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: Simran Singh Bhatti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07" y="593806"/>
            <a:ext cx="3389065" cy="1256765"/>
          </a:xfrm>
        </p:spPr>
        <p:txBody>
          <a:bodyPr wrap="square" anchor="b">
            <a:normAutofit/>
          </a:bodyPr>
          <a:lstStyle/>
          <a:p>
            <a:pPr algn="l"/>
            <a:r>
              <a:rPr lang="en-US" sz="29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Libraries Used </a:t>
            </a:r>
            <a:endParaRPr lang="en-US" sz="2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0307" y="2098488"/>
            <a:ext cx="3389065" cy="4767943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Pandas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Numpy</a:t>
            </a:r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Sklearn</a:t>
            </a:r>
            <a:endParaRPr lang="en-US" sz="1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Matplotlib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Seaborn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04279C2-020B-8420-194F-D8222E739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351" y="1307202"/>
            <a:ext cx="6721768" cy="1582571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E9B6DC78-4BEF-3CAC-8ACD-2AE5E7FE0D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351" y="3176942"/>
            <a:ext cx="6721769" cy="158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D1CE8D-357F-0CB0-F7D3-2C285BE0A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6B42E-753E-EB72-752F-4B53D1910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07" y="593806"/>
            <a:ext cx="3389065" cy="1256765"/>
          </a:xfrm>
        </p:spPr>
        <p:txBody>
          <a:bodyPr wrap="square" anchor="b">
            <a:normAutofit/>
          </a:bodyPr>
          <a:lstStyle/>
          <a:p>
            <a:pPr algn="l"/>
            <a:r>
              <a:rPr lang="en-US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Cleaning of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1AF86-B140-A6F6-2E67-88ED72AE977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0307" y="2098488"/>
            <a:ext cx="3389065" cy="4767943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Removed an </a:t>
            </a:r>
            <a:r>
              <a:rPr lang="en-US" sz="1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‘Unnamed: 0 column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 as it holds only index value.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Removed an ‘</a:t>
            </a:r>
            <a:r>
              <a:rPr lang="en-US" sz="1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Alley column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 as it contains 1369 Null values.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Replaced the Nan value of ‘</a:t>
            </a:r>
            <a:r>
              <a:rPr lang="en-US" sz="1400" b="1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MasVnrType</a:t>
            </a:r>
            <a:r>
              <a:rPr lang="en-US" sz="1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‘None’.</a:t>
            </a:r>
          </a:p>
          <a:p>
            <a:pPr marL="342900" indent="-342900" algn="l" fontAlgn="t"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Applied mode imputation to the ‘</a:t>
            </a:r>
            <a:r>
              <a:rPr lang="en-US" sz="1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Electrical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 column and mean imputation to the ‘</a:t>
            </a:r>
            <a:r>
              <a:rPr lang="en-US" sz="14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GarageYrBlt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 column.</a:t>
            </a:r>
          </a:p>
          <a:p>
            <a:pPr marL="342900" indent="-342900" algn="l" fontAlgn="t">
              <a:buFont typeface="Arial" panose="020B0604020202020204" pitchFamily="34" charset="0"/>
              <a:buChar char="•"/>
            </a:pP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dataset didn’t contain any duplicate rows.</a:t>
            </a:r>
          </a:p>
          <a:p>
            <a:pPr marL="342900" indent="-342900" algn="l" fontAlgn="t">
              <a:buFont typeface="Arial" panose="020B0604020202020204" pitchFamily="34" charset="0"/>
              <a:buChar char="•"/>
            </a:pP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en-US" sz="1600" b="1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AE296A-652B-4D59-AB58-24D49A81E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0971" y="1383315"/>
            <a:ext cx="7227906" cy="11166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EB14DC-EF11-C602-341A-EB16CF9AAA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0971" y="2595385"/>
            <a:ext cx="7227906" cy="11166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797A8B-56DA-FD3B-44BA-C043283A54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0971" y="3807455"/>
            <a:ext cx="7227906" cy="9297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11BF602-DDB1-21FB-924D-87151FEC1A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0971" y="4832622"/>
            <a:ext cx="7227906" cy="108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030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B9C73-D178-A1CF-6473-ECEA4182B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71868-2552-D001-038B-8315D3C1C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07" y="593806"/>
            <a:ext cx="3389065" cy="1256765"/>
          </a:xfrm>
        </p:spPr>
        <p:txBody>
          <a:bodyPr wrap="square" anchor="b">
            <a:normAutofit/>
          </a:bodyPr>
          <a:lstStyle/>
          <a:p>
            <a:pPr algn="l"/>
            <a:r>
              <a:rPr lang="en-US" sz="2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E6DB3-5A0F-A4E8-0D14-D7285A6BA6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0306" y="1850571"/>
            <a:ext cx="3389065" cy="4767943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Divide the given dataset into three data frames– Numerical, Categorical(nominal), Categorical(ordinal).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004AA3-EEFF-8962-CF62-2DB00683C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3907" y="1222188"/>
            <a:ext cx="7137446" cy="278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801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828E7-1E69-CDC4-7013-258C9AF2E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2EDD1-F994-12F8-42C9-AEB85EC77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07" y="724435"/>
            <a:ext cx="3389065" cy="1256765"/>
          </a:xfrm>
        </p:spPr>
        <p:txBody>
          <a:bodyPr wrap="square" anchor="b">
            <a:normAutofit/>
          </a:bodyPr>
          <a:lstStyle/>
          <a:p>
            <a:pPr algn="l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Univariant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D6442-54F5-1A2D-41F4-63DC694AEE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0307" y="1967971"/>
            <a:ext cx="3389065" cy="4541798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Performed univariant analysis on Numerical data frame first using histograms, kde and box plots.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28E45F-4BDC-37AE-05DA-426198797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877" y="1352817"/>
            <a:ext cx="5760720" cy="16610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05604D-A0B0-E06D-ABE9-7AAB546105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6877" y="3239531"/>
            <a:ext cx="5760721" cy="15633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93B3E83-2F31-26E1-0960-53AAC4FACD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6877" y="4927717"/>
            <a:ext cx="5760720" cy="156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313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DBBEB-D99B-89B2-10BD-80A516C1A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33C2B-375F-5B28-3FD9-2DC503CA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07" y="724435"/>
            <a:ext cx="3389065" cy="1256765"/>
          </a:xfrm>
        </p:spPr>
        <p:txBody>
          <a:bodyPr wrap="square" anchor="b">
            <a:normAutofit/>
          </a:bodyPr>
          <a:lstStyle/>
          <a:p>
            <a:pPr algn="l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Univariant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0F386-9B28-572D-5ACF-48BFF2A03EE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0307" y="1967971"/>
            <a:ext cx="3389065" cy="4541798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Performed univariant analysis on Categorical – ordinal and nominal data frames by using bar plots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EC8A75-E335-3EBA-8C75-A5ECB700A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780" y="1352817"/>
            <a:ext cx="5840817" cy="20347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04105F-B8DD-A219-09AE-4E2F3158E9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6779" y="3695270"/>
            <a:ext cx="5840817" cy="203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648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E3CD9-9D98-A41B-0D35-71AACBD0C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B29D3-ABE3-0CFC-218D-90BEDC413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07" y="735320"/>
            <a:ext cx="3389065" cy="1256765"/>
          </a:xfrm>
        </p:spPr>
        <p:txBody>
          <a:bodyPr wrap="square" anchor="b">
            <a:normAutofit fontScale="90000"/>
          </a:bodyPr>
          <a:lstStyle/>
          <a:p>
            <a:pPr algn="l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Skewness Check and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77EC0-8D17-D8D7-F49E-722AA07182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0307" y="1992085"/>
            <a:ext cx="3747779" cy="4767943"/>
          </a:xfrm>
        </p:spPr>
        <p:txBody>
          <a:bodyPr>
            <a:normAutofit/>
          </a:bodyPr>
          <a:lstStyle/>
          <a:p>
            <a:pPr marL="342900" indent="-342900" algn="l" fontAlgn="t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Before performing bi‑variate or multi‑variate analysis, checked each column for skewness and normality.</a:t>
            </a:r>
          </a:p>
          <a:p>
            <a:pPr marL="342900" indent="-342900" algn="l" fontAlgn="t">
              <a:buFont typeface="Arial" panose="020B0604020202020204" pitchFamily="34" charset="0"/>
              <a:buChar char="•"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Applied appropriate transformations (Square Root or Log1P) to reduce skewness in highly skewed columns.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500" b="1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67F02B3-77BD-D5F3-802A-C3EDCA5FD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0024" y="935805"/>
            <a:ext cx="5867908" cy="361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3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4C060-06CD-3ACE-DD4A-E4839AD13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BA5E3-9F0B-419C-08A8-9FBC4E30D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08" y="735320"/>
            <a:ext cx="3323236" cy="1256765"/>
          </a:xfrm>
        </p:spPr>
        <p:txBody>
          <a:bodyPr wrap="square" anchor="b">
            <a:normAutofit fontScale="90000"/>
          </a:bodyPr>
          <a:lstStyle/>
          <a:p>
            <a:pPr algn="l"/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 and Multivariant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6A38F-E214-B2BC-6922-E58D458924B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96010" y="1988222"/>
            <a:ext cx="3747779" cy="4767943"/>
          </a:xfrm>
        </p:spPr>
        <p:txBody>
          <a:bodyPr>
            <a:normAutofit/>
          </a:bodyPr>
          <a:lstStyle/>
          <a:p>
            <a:pPr marL="645750" lvl="1" indent="-285750">
              <a:buFont typeface="Arial" panose="020B0604020202020204" pitchFamily="34" charset="0"/>
              <a:buChar char="•"/>
            </a:pPr>
            <a:r>
              <a:rPr lang="en-US" sz="15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Performed bivariate and multivariate analysis using line plots, scatter plots, heatmaps, and bar plots </a:t>
            </a:r>
            <a:r>
              <a:rPr lang="en-US" sz="1500" b="1" i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lmplots</a:t>
            </a:r>
            <a:r>
              <a:rPr lang="en-US" sz="15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FBD569-ACB8-C99F-2FB7-5D05FB6D3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696" y="1207104"/>
            <a:ext cx="5692633" cy="15622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730FC5-34A6-5081-A830-4E8DAB5812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696" y="2851162"/>
            <a:ext cx="5692633" cy="16079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E0CC13-B6F4-0657-FA68-ACCC84BD24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5696" y="4577815"/>
            <a:ext cx="5776330" cy="112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629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b">
            <a:normAutofit/>
          </a:bodyPr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C2CE0-8806-4B2A-A10A-32984D317434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/>
          </a:bodyPr>
          <a:lstStyle/>
          <a:p>
            <a:r>
              <a:rPr lang="en-US" dirty="0"/>
              <a:t>Simran Singh Bhatti</a:t>
            </a:r>
          </a:p>
        </p:txBody>
      </p: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FEDA63D-DE73-4ED5-BDF0-D3D9FD35E1E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8954E08-A2C8-44D4-BABF-5531D0DF1F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8AE25C0-66E9-4E74-9814-75E5D2A6CAB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{97BF4633-D69C-4BB2-A278-C11251029EEB}tf11158769_win32</Template>
  <TotalTime>277</TotalTime>
  <Words>230</Words>
  <Application>Microsoft Office PowerPoint</Application>
  <PresentationFormat>Widescreen</PresentationFormat>
  <Paragraphs>36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Avenir Next LT Pro</vt:lpstr>
      <vt:lpstr>Calibri</vt:lpstr>
      <vt:lpstr>Goudy Old Style</vt:lpstr>
      <vt:lpstr>Wingdings</vt:lpstr>
      <vt:lpstr>FrostyVTI</vt:lpstr>
      <vt:lpstr>Next Hikes – Project 3  Housing Data Analysis     By : Simran Singh Bhatti</vt:lpstr>
      <vt:lpstr>Libraries Used </vt:lpstr>
      <vt:lpstr>Cleaning of dataset</vt:lpstr>
      <vt:lpstr>Dataset Classification</vt:lpstr>
      <vt:lpstr>Univariant Analysis</vt:lpstr>
      <vt:lpstr>Univariant Analysis</vt:lpstr>
      <vt:lpstr>Skewness Check and Transformation</vt:lpstr>
      <vt:lpstr>Bi and Multivariant Analysis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Simran Bhatti</dc:creator>
  <cp:lastModifiedBy>Simran Bhatti</cp:lastModifiedBy>
  <cp:revision>1</cp:revision>
  <dcterms:created xsi:type="dcterms:W3CDTF">2025-10-23T09:39:35Z</dcterms:created>
  <dcterms:modified xsi:type="dcterms:W3CDTF">2026-02-06T06:54:22Z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